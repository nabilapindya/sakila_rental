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2" r:id="rId5"/>
    <p:sldMasterId id="2147483689" r:id="rId6"/>
  </p:sldMasterIdLst>
  <p:sldIdLst>
    <p:sldId id="279" r:id="rId7"/>
    <p:sldId id="286" r:id="rId8"/>
    <p:sldId id="312" r:id="rId9"/>
    <p:sldId id="278" r:id="rId10"/>
    <p:sldId id="277" r:id="rId11"/>
    <p:sldId id="296" r:id="rId12"/>
    <p:sldId id="282" r:id="rId13"/>
    <p:sldId id="307" r:id="rId14"/>
    <p:sldId id="257" r:id="rId15"/>
    <p:sldId id="303" r:id="rId16"/>
    <p:sldId id="305" r:id="rId17"/>
    <p:sldId id="300" r:id="rId18"/>
    <p:sldId id="308" r:id="rId19"/>
    <p:sldId id="301" r:id="rId20"/>
    <p:sldId id="317" r:id="rId21"/>
    <p:sldId id="302" r:id="rId22"/>
    <p:sldId id="304" r:id="rId23"/>
    <p:sldId id="315" r:id="rId24"/>
    <p:sldId id="309" r:id="rId25"/>
    <p:sldId id="263" r:id="rId26"/>
    <p:sldId id="264" r:id="rId27"/>
    <p:sldId id="310" r:id="rId28"/>
    <p:sldId id="265" r:id="rId29"/>
    <p:sldId id="311" r:id="rId30"/>
    <p:sldId id="281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EAACE0-8873-4FFB-A537-74E1DA995785}" v="631" dt="2023-02-05T11:53:50.387"/>
    <p1510:client id="{AB11617C-3CDC-4BA7-B4F3-64A526D26315}" v="1555" dt="2023-01-31T13:24:46.3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34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microsoft.com/office/2016/11/relationships/changesInfo" Target="changesInfos/changesInfo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tableStyles" Target="tableStyle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sa Azmi Durachman,  (Nisa, Student M-BIT)" userId="87a94d4d-ca0b-43b3-9b31-5c649685ab99" providerId="ADAL" clId="{AB11617C-3CDC-4BA7-B4F3-64A526D26315}"/>
    <pc:docChg chg="undo redo custSel addSld delSld modSld sldOrd">
      <pc:chgData name="Nisa Azmi Durachman,  (Nisa, Student M-BIT)" userId="87a94d4d-ca0b-43b3-9b31-5c649685ab99" providerId="ADAL" clId="{AB11617C-3CDC-4BA7-B4F3-64A526D26315}" dt="2023-02-04T21:45:07.638" v="2589" actId="1076"/>
      <pc:docMkLst>
        <pc:docMk/>
      </pc:docMkLst>
      <pc:sldChg chg="new del">
        <pc:chgData name="Nisa Azmi Durachman,  (Nisa, Student M-BIT)" userId="87a94d4d-ca0b-43b3-9b31-5c649685ab99" providerId="ADAL" clId="{AB11617C-3CDC-4BA7-B4F3-64A526D26315}" dt="2023-01-29T18:06:50.712" v="148" actId="47"/>
        <pc:sldMkLst>
          <pc:docMk/>
          <pc:sldMk cId="688017580" sldId="256"/>
        </pc:sldMkLst>
      </pc:sldChg>
      <pc:sldChg chg="addSp delSp modSp mod ord">
        <pc:chgData name="Nisa Azmi Durachman,  (Nisa, Student M-BIT)" userId="87a94d4d-ca0b-43b3-9b31-5c649685ab99" providerId="ADAL" clId="{AB11617C-3CDC-4BA7-B4F3-64A526D26315}" dt="2023-01-31T12:44:00.155" v="1765" actId="478"/>
        <pc:sldMkLst>
          <pc:docMk/>
          <pc:sldMk cId="3946619042" sldId="257"/>
        </pc:sldMkLst>
        <pc:spChg chg="add del mod">
          <ac:chgData name="Nisa Azmi Durachman,  (Nisa, Student M-BIT)" userId="87a94d4d-ca0b-43b3-9b31-5c649685ab99" providerId="ADAL" clId="{AB11617C-3CDC-4BA7-B4F3-64A526D26315}" dt="2023-01-31T12:44:00.155" v="1765" actId="478"/>
          <ac:spMkLst>
            <pc:docMk/>
            <pc:sldMk cId="3946619042" sldId="257"/>
            <ac:spMk id="6" creationId="{47987712-90AF-BA23-8A95-A4D0AE839559}"/>
          </ac:spMkLst>
        </pc:spChg>
        <pc:picChg chg="add del mod">
          <ac:chgData name="Nisa Azmi Durachman,  (Nisa, Student M-BIT)" userId="87a94d4d-ca0b-43b3-9b31-5c649685ab99" providerId="ADAL" clId="{AB11617C-3CDC-4BA7-B4F3-64A526D26315}" dt="2023-01-31T12:43:53.995" v="1764" actId="478"/>
          <ac:picMkLst>
            <pc:docMk/>
            <pc:sldMk cId="3946619042" sldId="257"/>
            <ac:picMk id="3" creationId="{F175D26F-5E4B-5C7A-5115-88D810E0EAAC}"/>
          </ac:picMkLst>
        </pc:picChg>
        <pc:picChg chg="del mod">
          <ac:chgData name="Nisa Azmi Durachman,  (Nisa, Student M-BIT)" userId="87a94d4d-ca0b-43b3-9b31-5c649685ab99" providerId="ADAL" clId="{AB11617C-3CDC-4BA7-B4F3-64A526D26315}" dt="2023-01-31T11:26:44.419" v="1509" actId="21"/>
          <ac:picMkLst>
            <pc:docMk/>
            <pc:sldMk cId="3946619042" sldId="257"/>
            <ac:picMk id="5" creationId="{1098A6AE-88DB-0F60-C8B4-F5B86A17C7F0}"/>
          </ac:picMkLst>
        </pc:picChg>
        <pc:picChg chg="add del">
          <ac:chgData name="Nisa Azmi Durachman,  (Nisa, Student M-BIT)" userId="87a94d4d-ca0b-43b3-9b31-5c649685ab99" providerId="ADAL" clId="{AB11617C-3CDC-4BA7-B4F3-64A526D26315}" dt="2023-01-30T21:41:01.975" v="1382" actId="21"/>
          <ac:picMkLst>
            <pc:docMk/>
            <pc:sldMk cId="3946619042" sldId="257"/>
            <ac:picMk id="6" creationId="{BDDEE260-7AAC-780A-FEFE-BD4BE742D155}"/>
          </ac:picMkLst>
        </pc:picChg>
        <pc:picChg chg="add del mod">
          <ac:chgData name="Nisa Azmi Durachman,  (Nisa, Student M-BIT)" userId="87a94d4d-ca0b-43b3-9b31-5c649685ab99" providerId="ADAL" clId="{AB11617C-3CDC-4BA7-B4F3-64A526D26315}" dt="2023-01-31T12:01:41.154" v="1671" actId="21"/>
          <ac:picMkLst>
            <pc:docMk/>
            <pc:sldMk cId="3946619042" sldId="257"/>
            <ac:picMk id="7" creationId="{57444D4F-C7AC-B19D-96E0-B42024C16FBA}"/>
          </ac:picMkLst>
        </pc:picChg>
        <pc:picChg chg="add mod">
          <ac:chgData name="Nisa Azmi Durachman,  (Nisa, Student M-BIT)" userId="87a94d4d-ca0b-43b3-9b31-5c649685ab99" providerId="ADAL" clId="{AB11617C-3CDC-4BA7-B4F3-64A526D26315}" dt="2023-01-31T12:02:04.775" v="1675" actId="1076"/>
          <ac:picMkLst>
            <pc:docMk/>
            <pc:sldMk cId="3946619042" sldId="257"/>
            <ac:picMk id="8" creationId="{074A7F43-3CAF-3F94-5115-0FDB1CF74EE8}"/>
          </ac:picMkLst>
        </pc:picChg>
      </pc:sldChg>
      <pc:sldChg chg="addSp delSp modSp del mod ord">
        <pc:chgData name="Nisa Azmi Durachman,  (Nisa, Student M-BIT)" userId="87a94d4d-ca0b-43b3-9b31-5c649685ab99" providerId="ADAL" clId="{AB11617C-3CDC-4BA7-B4F3-64A526D26315}" dt="2023-01-31T12:38:16.594" v="1709" actId="47"/>
        <pc:sldMkLst>
          <pc:docMk/>
          <pc:sldMk cId="133508813" sldId="259"/>
        </pc:sldMkLst>
        <pc:spChg chg="mod">
          <ac:chgData name="Nisa Azmi Durachman,  (Nisa, Student M-BIT)" userId="87a94d4d-ca0b-43b3-9b31-5c649685ab99" providerId="ADAL" clId="{AB11617C-3CDC-4BA7-B4F3-64A526D26315}" dt="2023-01-31T12:36:44.413" v="1676" actId="20577"/>
          <ac:spMkLst>
            <pc:docMk/>
            <pc:sldMk cId="133508813" sldId="259"/>
            <ac:spMk id="2" creationId="{58D5BE52-89C4-B270-828A-CB94F6528A9E}"/>
          </ac:spMkLst>
        </pc:spChg>
        <pc:spChg chg="add del mod">
          <ac:chgData name="Nisa Azmi Durachman,  (Nisa, Student M-BIT)" userId="87a94d4d-ca0b-43b3-9b31-5c649685ab99" providerId="ADAL" clId="{AB11617C-3CDC-4BA7-B4F3-64A526D26315}" dt="2023-01-31T12:37:29.799" v="1682" actId="5793"/>
          <ac:spMkLst>
            <pc:docMk/>
            <pc:sldMk cId="133508813" sldId="259"/>
            <ac:spMk id="4" creationId="{9DA13F12-FB23-45B2-EB46-67F3DB886D39}"/>
          </ac:spMkLst>
        </pc:spChg>
        <pc:graphicFrameChg chg="add del mod">
          <ac:chgData name="Nisa Azmi Durachman,  (Nisa, Student M-BIT)" userId="87a94d4d-ca0b-43b3-9b31-5c649685ab99" providerId="ADAL" clId="{AB11617C-3CDC-4BA7-B4F3-64A526D26315}" dt="2023-01-30T21:24:47.875" v="1141"/>
          <ac:graphicFrameMkLst>
            <pc:docMk/>
            <pc:sldMk cId="133508813" sldId="259"/>
            <ac:graphicFrameMk id="3" creationId="{6FA59DB6-4A65-FECF-A324-99B8582DBC78}"/>
          </ac:graphicFrameMkLst>
        </pc:graphicFrameChg>
        <pc:picChg chg="add del mod">
          <ac:chgData name="Nisa Azmi Durachman,  (Nisa, Student M-BIT)" userId="87a94d4d-ca0b-43b3-9b31-5c649685ab99" providerId="ADAL" clId="{AB11617C-3CDC-4BA7-B4F3-64A526D26315}" dt="2023-01-31T12:37:14.916" v="1678"/>
          <ac:picMkLst>
            <pc:docMk/>
            <pc:sldMk cId="133508813" sldId="259"/>
            <ac:picMk id="3" creationId="{0EE8423A-3374-322F-4268-2645E542B0C6}"/>
          </ac:picMkLst>
        </pc:picChg>
        <pc:picChg chg="del">
          <ac:chgData name="Nisa Azmi Durachman,  (Nisa, Student M-BIT)" userId="87a94d4d-ca0b-43b3-9b31-5c649685ab99" providerId="ADAL" clId="{AB11617C-3CDC-4BA7-B4F3-64A526D26315}" dt="2023-01-30T21:11:37.374" v="1056" actId="21"/>
          <ac:picMkLst>
            <pc:docMk/>
            <pc:sldMk cId="133508813" sldId="259"/>
            <ac:picMk id="7" creationId="{0DF9BD4C-4D67-B15D-3E58-DBB3EE30C62A}"/>
          </ac:picMkLst>
        </pc:picChg>
      </pc:sldChg>
      <pc:sldChg chg="delSp modSp del mod">
        <pc:chgData name="Nisa Azmi Durachman,  (Nisa, Student M-BIT)" userId="87a94d4d-ca0b-43b3-9b31-5c649685ab99" providerId="ADAL" clId="{AB11617C-3CDC-4BA7-B4F3-64A526D26315}" dt="2023-01-31T12:43:09.865" v="1760" actId="47"/>
        <pc:sldMkLst>
          <pc:docMk/>
          <pc:sldMk cId="1193284432" sldId="262"/>
        </pc:sldMkLst>
        <pc:picChg chg="del mod">
          <ac:chgData name="Nisa Azmi Durachman,  (Nisa, Student M-BIT)" userId="87a94d4d-ca0b-43b3-9b31-5c649685ab99" providerId="ADAL" clId="{AB11617C-3CDC-4BA7-B4F3-64A526D26315}" dt="2023-01-31T11:25:38.430" v="1504" actId="21"/>
          <ac:picMkLst>
            <pc:docMk/>
            <pc:sldMk cId="1193284432" sldId="262"/>
            <ac:picMk id="5" creationId="{65402FA9-0346-8DBD-CFB7-271BA6F2F304}"/>
          </ac:picMkLst>
        </pc:picChg>
      </pc:sldChg>
      <pc:sldChg chg="addSp delSp modSp mod ord">
        <pc:chgData name="Nisa Azmi Durachman,  (Nisa, Student M-BIT)" userId="87a94d4d-ca0b-43b3-9b31-5c649685ab99" providerId="ADAL" clId="{AB11617C-3CDC-4BA7-B4F3-64A526D26315}" dt="2023-01-30T21:41:47.773" v="1388" actId="1076"/>
        <pc:sldMkLst>
          <pc:docMk/>
          <pc:sldMk cId="1497330945" sldId="263"/>
        </pc:sldMkLst>
        <pc:spChg chg="add del">
          <ac:chgData name="Nisa Azmi Durachman,  (Nisa, Student M-BIT)" userId="87a94d4d-ca0b-43b3-9b31-5c649685ab99" providerId="ADAL" clId="{AB11617C-3CDC-4BA7-B4F3-64A526D26315}" dt="2023-01-30T21:10:34.510" v="1039"/>
          <ac:spMkLst>
            <pc:docMk/>
            <pc:sldMk cId="1497330945" sldId="263"/>
            <ac:spMk id="3" creationId="{A1F133BB-2B2F-CAC6-BD5F-10BEC2A53C45}"/>
          </ac:spMkLst>
        </pc:spChg>
        <pc:spChg chg="add mod">
          <ac:chgData name="Nisa Azmi Durachman,  (Nisa, Student M-BIT)" userId="87a94d4d-ca0b-43b3-9b31-5c649685ab99" providerId="ADAL" clId="{AB11617C-3CDC-4BA7-B4F3-64A526D26315}" dt="2023-01-30T21:41:44.141" v="1387" actId="1076"/>
          <ac:spMkLst>
            <pc:docMk/>
            <pc:sldMk cId="1497330945" sldId="263"/>
            <ac:spMk id="6" creationId="{BF4E34ED-FFBC-3A71-6364-AA1FEED7E8D3}"/>
          </ac:spMkLst>
        </pc:spChg>
        <pc:spChg chg="mod">
          <ac:chgData name="Nisa Azmi Durachman,  (Nisa, Student M-BIT)" userId="87a94d4d-ca0b-43b3-9b31-5c649685ab99" providerId="ADAL" clId="{AB11617C-3CDC-4BA7-B4F3-64A526D26315}" dt="2023-01-30T21:37:47.564" v="1366"/>
          <ac:spMkLst>
            <pc:docMk/>
            <pc:sldMk cId="1497330945" sldId="263"/>
            <ac:spMk id="10" creationId="{2846309F-5CBE-2623-BE93-7BCD827492B3}"/>
          </ac:spMkLst>
        </pc:spChg>
        <pc:grpChg chg="add mod">
          <ac:chgData name="Nisa Azmi Durachman,  (Nisa, Student M-BIT)" userId="87a94d4d-ca0b-43b3-9b31-5c649685ab99" providerId="ADAL" clId="{AB11617C-3CDC-4BA7-B4F3-64A526D26315}" dt="2023-01-30T21:41:47.773" v="1388" actId="1076"/>
          <ac:grpSpMkLst>
            <pc:docMk/>
            <pc:sldMk cId="1497330945" sldId="263"/>
            <ac:grpSpMk id="7" creationId="{E13BBC44-12A6-8FC8-6F5C-25AA5E57A206}"/>
          </ac:grpSpMkLst>
        </pc:grpChg>
        <pc:grpChg chg="add mod">
          <ac:chgData name="Nisa Azmi Durachman,  (Nisa, Student M-BIT)" userId="87a94d4d-ca0b-43b3-9b31-5c649685ab99" providerId="ADAL" clId="{AB11617C-3CDC-4BA7-B4F3-64A526D26315}" dt="2023-01-30T21:38:27.343" v="1376" actId="1076"/>
          <ac:grpSpMkLst>
            <pc:docMk/>
            <pc:sldMk cId="1497330945" sldId="263"/>
            <ac:grpSpMk id="8" creationId="{E7B97984-089A-4525-1394-0CABB8B1593B}"/>
          </ac:grpSpMkLst>
        </pc:grpChg>
        <pc:picChg chg="add del mod">
          <ac:chgData name="Nisa Azmi Durachman,  (Nisa, Student M-BIT)" userId="87a94d4d-ca0b-43b3-9b31-5c649685ab99" providerId="ADAL" clId="{AB11617C-3CDC-4BA7-B4F3-64A526D26315}" dt="2023-01-30T21:10:34.510" v="1039"/>
          <ac:picMkLst>
            <pc:docMk/>
            <pc:sldMk cId="1497330945" sldId="263"/>
            <ac:picMk id="4" creationId="{79D865BB-5616-A04C-EDEB-1F13F32EFEE8}"/>
          </ac:picMkLst>
        </pc:picChg>
        <pc:picChg chg="mod modCrop">
          <ac:chgData name="Nisa Azmi Durachman,  (Nisa, Student M-BIT)" userId="87a94d4d-ca0b-43b3-9b31-5c649685ab99" providerId="ADAL" clId="{AB11617C-3CDC-4BA7-B4F3-64A526D26315}" dt="2023-01-30T21:41:39.736" v="1386" actId="1076"/>
          <ac:picMkLst>
            <pc:docMk/>
            <pc:sldMk cId="1497330945" sldId="263"/>
            <ac:picMk id="5" creationId="{06BFA796-E1F6-2750-C054-76AE91A90BB9}"/>
          </ac:picMkLst>
        </pc:picChg>
        <pc:picChg chg="mod">
          <ac:chgData name="Nisa Azmi Durachman,  (Nisa, Student M-BIT)" userId="87a94d4d-ca0b-43b3-9b31-5c649685ab99" providerId="ADAL" clId="{AB11617C-3CDC-4BA7-B4F3-64A526D26315}" dt="2023-01-30T21:37:47.564" v="1366"/>
          <ac:picMkLst>
            <pc:docMk/>
            <pc:sldMk cId="1497330945" sldId="263"/>
            <ac:picMk id="9" creationId="{35754840-9CEC-D149-7310-E435940014AC}"/>
          </ac:picMkLst>
        </pc:picChg>
      </pc:sldChg>
      <pc:sldChg chg="addSp delSp modSp mod ord">
        <pc:chgData name="Nisa Azmi Durachman,  (Nisa, Student M-BIT)" userId="87a94d4d-ca0b-43b3-9b31-5c649685ab99" providerId="ADAL" clId="{AB11617C-3CDC-4BA7-B4F3-64A526D26315}" dt="2023-01-31T11:49:23.785" v="1641" actId="14100"/>
        <pc:sldMkLst>
          <pc:docMk/>
          <pc:sldMk cId="1423293660" sldId="264"/>
        </pc:sldMkLst>
        <pc:spChg chg="del mod">
          <ac:chgData name="Nisa Azmi Durachman,  (Nisa, Student M-BIT)" userId="87a94d4d-ca0b-43b3-9b31-5c649685ab99" providerId="ADAL" clId="{AB11617C-3CDC-4BA7-B4F3-64A526D26315}" dt="2023-01-31T11:47:15.603" v="1541" actId="478"/>
          <ac:spMkLst>
            <pc:docMk/>
            <pc:sldMk cId="1423293660" sldId="264"/>
            <ac:spMk id="2" creationId="{E1A8191C-A935-B0B5-09DA-2BDAEB78DB27}"/>
          </ac:spMkLst>
        </pc:spChg>
        <pc:spChg chg="del">
          <ac:chgData name="Nisa Azmi Durachman,  (Nisa, Student M-BIT)" userId="87a94d4d-ca0b-43b3-9b31-5c649685ab99" providerId="ADAL" clId="{AB11617C-3CDC-4BA7-B4F3-64A526D26315}" dt="2023-01-30T21:46:07.135" v="1389"/>
          <ac:spMkLst>
            <pc:docMk/>
            <pc:sldMk cId="1423293660" sldId="264"/>
            <ac:spMk id="3" creationId="{DF1B7CBB-964E-FF13-55C1-2CB9BB68E8B3}"/>
          </ac:spMkLst>
        </pc:spChg>
        <pc:spChg chg="add del mod">
          <ac:chgData name="Nisa Azmi Durachman,  (Nisa, Student M-BIT)" userId="87a94d4d-ca0b-43b3-9b31-5c649685ab99" providerId="ADAL" clId="{AB11617C-3CDC-4BA7-B4F3-64A526D26315}" dt="2023-01-31T11:48:13.789" v="1560" actId="478"/>
          <ac:spMkLst>
            <pc:docMk/>
            <pc:sldMk cId="1423293660" sldId="264"/>
            <ac:spMk id="3" creationId="{FFB2CF7C-6619-360B-84F3-FE6C3E36199F}"/>
          </ac:spMkLst>
        </pc:spChg>
        <pc:spChg chg="add mod">
          <ac:chgData name="Nisa Azmi Durachman,  (Nisa, Student M-BIT)" userId="87a94d4d-ca0b-43b3-9b31-5c649685ab99" providerId="ADAL" clId="{AB11617C-3CDC-4BA7-B4F3-64A526D26315}" dt="2023-01-31T11:49:20.894" v="1640" actId="1076"/>
          <ac:spMkLst>
            <pc:docMk/>
            <pc:sldMk cId="1423293660" sldId="264"/>
            <ac:spMk id="4" creationId="{2DEF5A6D-28FF-8C31-876B-BA4ED68D077A}"/>
          </ac:spMkLst>
        </pc:spChg>
        <pc:spChg chg="add mod">
          <ac:chgData name="Nisa Azmi Durachman,  (Nisa, Student M-BIT)" userId="87a94d4d-ca0b-43b3-9b31-5c649685ab99" providerId="ADAL" clId="{AB11617C-3CDC-4BA7-B4F3-64A526D26315}" dt="2023-01-30T21:37:40.101" v="1364" actId="164"/>
          <ac:spMkLst>
            <pc:docMk/>
            <pc:sldMk cId="1423293660" sldId="264"/>
            <ac:spMk id="4" creationId="{AC4A86FB-8B5C-EDC4-A1DF-02EEB0D42F87}"/>
          </ac:spMkLst>
        </pc:spChg>
        <pc:grpChg chg="add del mod">
          <ac:chgData name="Nisa Azmi Durachman,  (Nisa, Student M-BIT)" userId="87a94d4d-ca0b-43b3-9b31-5c649685ab99" providerId="ADAL" clId="{AB11617C-3CDC-4BA7-B4F3-64A526D26315}" dt="2023-01-30T21:37:43.522" v="1365" actId="21"/>
          <ac:grpSpMkLst>
            <pc:docMk/>
            <pc:sldMk cId="1423293660" sldId="264"/>
            <ac:grpSpMk id="6" creationId="{82684588-209A-D8C8-8BB2-A26F0D05FCDE}"/>
          </ac:grpSpMkLst>
        </pc:grpChg>
        <pc:picChg chg="mod modCrop">
          <ac:chgData name="Nisa Azmi Durachman,  (Nisa, Student M-BIT)" userId="87a94d4d-ca0b-43b3-9b31-5c649685ab99" providerId="ADAL" clId="{AB11617C-3CDC-4BA7-B4F3-64A526D26315}" dt="2023-01-30T21:37:40.101" v="1364" actId="164"/>
          <ac:picMkLst>
            <pc:docMk/>
            <pc:sldMk cId="1423293660" sldId="264"/>
            <ac:picMk id="5" creationId="{DE128F7E-4302-A1CF-3EDF-9639FD6C8636}"/>
          </ac:picMkLst>
        </pc:picChg>
        <pc:picChg chg="mod">
          <ac:chgData name="Nisa Azmi Durachman,  (Nisa, Student M-BIT)" userId="87a94d4d-ca0b-43b3-9b31-5c649685ab99" providerId="ADAL" clId="{AB11617C-3CDC-4BA7-B4F3-64A526D26315}" dt="2023-01-31T11:48:48.581" v="1600" actId="14100"/>
          <ac:picMkLst>
            <pc:docMk/>
            <pc:sldMk cId="1423293660" sldId="264"/>
            <ac:picMk id="6" creationId="{866B7A07-E2FC-40C4-FD1E-61323F8438B6}"/>
          </ac:picMkLst>
        </pc:picChg>
        <pc:picChg chg="add mod">
          <ac:chgData name="Nisa Azmi Durachman,  (Nisa, Student M-BIT)" userId="87a94d4d-ca0b-43b3-9b31-5c649685ab99" providerId="ADAL" clId="{AB11617C-3CDC-4BA7-B4F3-64A526D26315}" dt="2023-01-31T11:49:23.785" v="1641" actId="14100"/>
          <ac:picMkLst>
            <pc:docMk/>
            <pc:sldMk cId="1423293660" sldId="264"/>
            <ac:picMk id="8" creationId="{FE0EA368-62AD-264C-A441-41EC12FC9184}"/>
          </ac:picMkLst>
        </pc:picChg>
        <pc:picChg chg="mod">
          <ac:chgData name="Nisa Azmi Durachman,  (Nisa, Student M-BIT)" userId="87a94d4d-ca0b-43b3-9b31-5c649685ab99" providerId="ADAL" clId="{AB11617C-3CDC-4BA7-B4F3-64A526D26315}" dt="2023-01-31T11:48:55.561" v="1602" actId="1076"/>
          <ac:picMkLst>
            <pc:docMk/>
            <pc:sldMk cId="1423293660" sldId="264"/>
            <ac:picMk id="9" creationId="{A15FD4FA-CA66-C50D-2446-F70C4BC689F6}"/>
          </ac:picMkLst>
        </pc:picChg>
      </pc:sldChg>
      <pc:sldChg chg="addSp delSp modSp mod ord setBg">
        <pc:chgData name="Nisa Azmi Durachman,  (Nisa, Student M-BIT)" userId="87a94d4d-ca0b-43b3-9b31-5c649685ab99" providerId="ADAL" clId="{AB11617C-3CDC-4BA7-B4F3-64A526D26315}" dt="2023-01-31T11:49:58.971" v="1648" actId="1076"/>
        <pc:sldMkLst>
          <pc:docMk/>
          <pc:sldMk cId="663166732" sldId="265"/>
        </pc:sldMkLst>
        <pc:spChg chg="mod">
          <ac:chgData name="Nisa Azmi Durachman,  (Nisa, Student M-BIT)" userId="87a94d4d-ca0b-43b3-9b31-5c649685ab99" providerId="ADAL" clId="{AB11617C-3CDC-4BA7-B4F3-64A526D26315}" dt="2023-01-30T21:32:46.898" v="1262" actId="26606"/>
          <ac:spMkLst>
            <pc:docMk/>
            <pc:sldMk cId="663166732" sldId="265"/>
            <ac:spMk id="2" creationId="{8FC0E09A-DE80-532A-EF84-B67407D72A55}"/>
          </ac:spMkLst>
        </pc:spChg>
        <pc:spChg chg="add del mod">
          <ac:chgData name="Nisa Azmi Durachman,  (Nisa, Student M-BIT)" userId="87a94d4d-ca0b-43b3-9b31-5c649685ab99" providerId="ADAL" clId="{AB11617C-3CDC-4BA7-B4F3-64A526D26315}" dt="2023-01-30T21:10:35.100" v="1040" actId="21"/>
          <ac:spMkLst>
            <pc:docMk/>
            <pc:sldMk cId="663166732" sldId="265"/>
            <ac:spMk id="4" creationId="{8C6ACFB5-0367-23F3-5EAC-D9CF248B22D1}"/>
          </ac:spMkLst>
        </pc:spChg>
        <pc:spChg chg="add del">
          <ac:chgData name="Nisa Azmi Durachman,  (Nisa, Student M-BIT)" userId="87a94d4d-ca0b-43b3-9b31-5c649685ab99" providerId="ADAL" clId="{AB11617C-3CDC-4BA7-B4F3-64A526D26315}" dt="2023-01-30T21:32:46.898" v="1262" actId="26606"/>
          <ac:spMkLst>
            <pc:docMk/>
            <pc:sldMk cId="663166732" sldId="265"/>
            <ac:spMk id="11" creationId="{3437E740-F92B-4D90-0924-D27FD4DD49E1}"/>
          </ac:spMkLst>
        </pc:spChg>
        <pc:spChg chg="add del">
          <ac:chgData name="Nisa Azmi Durachman,  (Nisa, Student M-BIT)" userId="87a94d4d-ca0b-43b3-9b31-5c649685ab99" providerId="ADAL" clId="{AB11617C-3CDC-4BA7-B4F3-64A526D26315}" dt="2023-01-30T21:32:42.394" v="1260" actId="26606"/>
          <ac:spMkLst>
            <pc:docMk/>
            <pc:sldMk cId="663166732" sldId="265"/>
            <ac:spMk id="12" creationId="{99ED5833-B85B-4103-8A3B-CAB0308E6C15}"/>
          </ac:spMkLst>
        </pc:spChg>
        <pc:spChg chg="add del">
          <ac:chgData name="Nisa Azmi Durachman,  (Nisa, Student M-BIT)" userId="87a94d4d-ca0b-43b3-9b31-5c649685ab99" providerId="ADAL" clId="{AB11617C-3CDC-4BA7-B4F3-64A526D26315}" dt="2023-01-30T21:32:46.898" v="1262" actId="26606"/>
          <ac:spMkLst>
            <pc:docMk/>
            <pc:sldMk cId="663166732" sldId="265"/>
            <ac:spMk id="14" creationId="{385E1BDC-A9B0-4A87-82E3-F3187F69A802}"/>
          </ac:spMkLst>
        </pc:spChg>
        <pc:spChg chg="add del">
          <ac:chgData name="Nisa Azmi Durachman,  (Nisa, Student M-BIT)" userId="87a94d4d-ca0b-43b3-9b31-5c649685ab99" providerId="ADAL" clId="{AB11617C-3CDC-4BA7-B4F3-64A526D26315}" dt="2023-01-30T21:32:46.898" v="1262" actId="26606"/>
          <ac:spMkLst>
            <pc:docMk/>
            <pc:sldMk cId="663166732" sldId="265"/>
            <ac:spMk id="16" creationId="{0990C621-3B8B-4820-8328-D47EF7CE823C}"/>
          </ac:spMkLst>
        </pc:spChg>
        <pc:spChg chg="add del">
          <ac:chgData name="Nisa Azmi Durachman,  (Nisa, Student M-BIT)" userId="87a94d4d-ca0b-43b3-9b31-5c649685ab99" providerId="ADAL" clId="{AB11617C-3CDC-4BA7-B4F3-64A526D26315}" dt="2023-01-30T21:32:46.898" v="1262" actId="26606"/>
          <ac:spMkLst>
            <pc:docMk/>
            <pc:sldMk cId="663166732" sldId="265"/>
            <ac:spMk id="18" creationId="{C1A2385B-1D2A-4E17-84FA-6CB7F0AAE473}"/>
          </ac:spMkLst>
        </pc:spChg>
        <pc:spChg chg="add del">
          <ac:chgData name="Nisa Azmi Durachman,  (Nisa, Student M-BIT)" userId="87a94d4d-ca0b-43b3-9b31-5c649685ab99" providerId="ADAL" clId="{AB11617C-3CDC-4BA7-B4F3-64A526D26315}" dt="2023-01-30T21:32:46.898" v="1262" actId="26606"/>
          <ac:spMkLst>
            <pc:docMk/>
            <pc:sldMk cId="663166732" sldId="265"/>
            <ac:spMk id="20" creationId="{5E791F2F-79DB-4CC0-9FA1-001E3E91E8B7}"/>
          </ac:spMkLst>
        </pc:spChg>
        <pc:picChg chg="add mod">
          <ac:chgData name="Nisa Azmi Durachman,  (Nisa, Student M-BIT)" userId="87a94d4d-ca0b-43b3-9b31-5c649685ab99" providerId="ADAL" clId="{AB11617C-3CDC-4BA7-B4F3-64A526D26315}" dt="2023-01-31T11:49:52.920" v="1646" actId="1076"/>
          <ac:picMkLst>
            <pc:docMk/>
            <pc:sldMk cId="663166732" sldId="265"/>
            <ac:picMk id="3" creationId="{6C8EBDEC-4E78-F62E-7B6E-E8946754E5AB}"/>
          </ac:picMkLst>
        </pc:picChg>
        <pc:picChg chg="add del mod ord modCrop">
          <ac:chgData name="Nisa Azmi Durachman,  (Nisa, Student M-BIT)" userId="87a94d4d-ca0b-43b3-9b31-5c649685ab99" providerId="ADAL" clId="{AB11617C-3CDC-4BA7-B4F3-64A526D26315}" dt="2023-01-31T11:49:58.971" v="1648" actId="1076"/>
          <ac:picMkLst>
            <pc:docMk/>
            <pc:sldMk cId="663166732" sldId="265"/>
            <ac:picMk id="5" creationId="{2D354C84-2ABF-FE21-80FE-D74A999690CE}"/>
          </ac:picMkLst>
        </pc:picChg>
        <pc:picChg chg="add mod modCrop">
          <ac:chgData name="Nisa Azmi Durachman,  (Nisa, Student M-BIT)" userId="87a94d4d-ca0b-43b3-9b31-5c649685ab99" providerId="ADAL" clId="{AB11617C-3CDC-4BA7-B4F3-64A526D26315}" dt="2023-01-31T11:49:49.851" v="1645" actId="1076"/>
          <ac:picMkLst>
            <pc:docMk/>
            <pc:sldMk cId="663166732" sldId="265"/>
            <ac:picMk id="7" creationId="{5483C1C7-D960-AD99-4B72-3BD58A85D470}"/>
          </ac:picMkLst>
        </pc:picChg>
      </pc:sldChg>
      <pc:sldChg chg="del">
        <pc:chgData name="Nisa Azmi Durachman,  (Nisa, Student M-BIT)" userId="87a94d4d-ca0b-43b3-9b31-5c649685ab99" providerId="ADAL" clId="{AB11617C-3CDC-4BA7-B4F3-64A526D26315}" dt="2023-01-30T21:09:53.977" v="1021" actId="47"/>
        <pc:sldMkLst>
          <pc:docMk/>
          <pc:sldMk cId="467255078" sldId="267"/>
        </pc:sldMkLst>
      </pc:sldChg>
      <pc:sldChg chg="del">
        <pc:chgData name="Nisa Azmi Durachman,  (Nisa, Student M-BIT)" userId="87a94d4d-ca0b-43b3-9b31-5c649685ab99" providerId="ADAL" clId="{AB11617C-3CDC-4BA7-B4F3-64A526D26315}" dt="2023-01-30T21:09:54.510" v="1022" actId="47"/>
        <pc:sldMkLst>
          <pc:docMk/>
          <pc:sldMk cId="1191073328" sldId="268"/>
        </pc:sldMkLst>
      </pc:sldChg>
      <pc:sldChg chg="del">
        <pc:chgData name="Nisa Azmi Durachman,  (Nisa, Student M-BIT)" userId="87a94d4d-ca0b-43b3-9b31-5c649685ab99" providerId="ADAL" clId="{AB11617C-3CDC-4BA7-B4F3-64A526D26315}" dt="2023-01-30T21:09:55.266" v="1023" actId="47"/>
        <pc:sldMkLst>
          <pc:docMk/>
          <pc:sldMk cId="4003030264" sldId="269"/>
        </pc:sldMkLst>
      </pc:sldChg>
      <pc:sldChg chg="del">
        <pc:chgData name="Nisa Azmi Durachman,  (Nisa, Student M-BIT)" userId="87a94d4d-ca0b-43b3-9b31-5c649685ab99" providerId="ADAL" clId="{AB11617C-3CDC-4BA7-B4F3-64A526D26315}" dt="2023-01-30T21:09:55.727" v="1024" actId="47"/>
        <pc:sldMkLst>
          <pc:docMk/>
          <pc:sldMk cId="1723895384" sldId="270"/>
        </pc:sldMkLst>
      </pc:sldChg>
      <pc:sldChg chg="del">
        <pc:chgData name="Nisa Azmi Durachman,  (Nisa, Student M-BIT)" userId="87a94d4d-ca0b-43b3-9b31-5c649685ab99" providerId="ADAL" clId="{AB11617C-3CDC-4BA7-B4F3-64A526D26315}" dt="2023-01-30T21:09:56.307" v="1025" actId="47"/>
        <pc:sldMkLst>
          <pc:docMk/>
          <pc:sldMk cId="1747759630" sldId="271"/>
        </pc:sldMkLst>
      </pc:sldChg>
      <pc:sldChg chg="del">
        <pc:chgData name="Nisa Azmi Durachman,  (Nisa, Student M-BIT)" userId="87a94d4d-ca0b-43b3-9b31-5c649685ab99" providerId="ADAL" clId="{AB11617C-3CDC-4BA7-B4F3-64A526D26315}" dt="2023-01-30T21:09:57.082" v="1026" actId="47"/>
        <pc:sldMkLst>
          <pc:docMk/>
          <pc:sldMk cId="2560855113" sldId="272"/>
        </pc:sldMkLst>
      </pc:sldChg>
      <pc:sldChg chg="add del">
        <pc:chgData name="Nisa Azmi Durachman,  (Nisa, Student M-BIT)" userId="87a94d4d-ca0b-43b3-9b31-5c649685ab99" providerId="ADAL" clId="{AB11617C-3CDC-4BA7-B4F3-64A526D26315}" dt="2023-01-29T18:02:39.384" v="5" actId="47"/>
        <pc:sldMkLst>
          <pc:docMk/>
          <pc:sldMk cId="1495013598" sldId="273"/>
        </pc:sldMkLst>
      </pc:sldChg>
      <pc:sldChg chg="addSp delSp modSp mod">
        <pc:chgData name="Nisa Azmi Durachman,  (Nisa, Student M-BIT)" userId="87a94d4d-ca0b-43b3-9b31-5c649685ab99" providerId="ADAL" clId="{AB11617C-3CDC-4BA7-B4F3-64A526D26315}" dt="2023-01-30T20:35:09.945" v="420" actId="1076"/>
        <pc:sldMkLst>
          <pc:docMk/>
          <pc:sldMk cId="2765534558" sldId="277"/>
        </pc:sldMkLst>
        <pc:spChg chg="mod">
          <ac:chgData name="Nisa Azmi Durachman,  (Nisa, Student M-BIT)" userId="87a94d4d-ca0b-43b3-9b31-5c649685ab99" providerId="ADAL" clId="{AB11617C-3CDC-4BA7-B4F3-64A526D26315}" dt="2023-01-29T20:22:48.395" v="313" actId="20577"/>
          <ac:spMkLst>
            <pc:docMk/>
            <pc:sldMk cId="2765534558" sldId="277"/>
            <ac:spMk id="2" creationId="{00000000-0000-0000-0000-000000000000}"/>
          </ac:spMkLst>
        </pc:spChg>
        <pc:spChg chg="del">
          <ac:chgData name="Nisa Azmi Durachman,  (Nisa, Student M-BIT)" userId="87a94d4d-ca0b-43b3-9b31-5c649685ab99" providerId="ADAL" clId="{AB11617C-3CDC-4BA7-B4F3-64A526D26315}" dt="2023-01-29T20:23:01.652" v="317" actId="478"/>
          <ac:spMkLst>
            <pc:docMk/>
            <pc:sldMk cId="2765534558" sldId="277"/>
            <ac:spMk id="6" creationId="{00000000-0000-0000-0000-000000000000}"/>
          </ac:spMkLst>
        </pc:spChg>
        <pc:spChg chg="del">
          <ac:chgData name="Nisa Azmi Durachman,  (Nisa, Student M-BIT)" userId="87a94d4d-ca0b-43b3-9b31-5c649685ab99" providerId="ADAL" clId="{AB11617C-3CDC-4BA7-B4F3-64A526D26315}" dt="2023-01-29T20:22:56.243" v="314" actId="478"/>
          <ac:spMkLst>
            <pc:docMk/>
            <pc:sldMk cId="2765534558" sldId="277"/>
            <ac:spMk id="7" creationId="{00000000-0000-0000-0000-000000000000}"/>
          </ac:spMkLst>
        </pc:spChg>
        <pc:spChg chg="del">
          <ac:chgData name="Nisa Azmi Durachman,  (Nisa, Student M-BIT)" userId="87a94d4d-ca0b-43b3-9b31-5c649685ab99" providerId="ADAL" clId="{AB11617C-3CDC-4BA7-B4F3-64A526D26315}" dt="2023-01-29T20:22:56.243" v="314" actId="478"/>
          <ac:spMkLst>
            <pc:docMk/>
            <pc:sldMk cId="2765534558" sldId="277"/>
            <ac:spMk id="8" creationId="{00000000-0000-0000-0000-000000000000}"/>
          </ac:spMkLst>
        </pc:spChg>
        <pc:spChg chg="del">
          <ac:chgData name="Nisa Azmi Durachman,  (Nisa, Student M-BIT)" userId="87a94d4d-ca0b-43b3-9b31-5c649685ab99" providerId="ADAL" clId="{AB11617C-3CDC-4BA7-B4F3-64A526D26315}" dt="2023-01-29T20:22:56.243" v="314" actId="478"/>
          <ac:spMkLst>
            <pc:docMk/>
            <pc:sldMk cId="2765534558" sldId="277"/>
            <ac:spMk id="9" creationId="{00000000-0000-0000-0000-000000000000}"/>
          </ac:spMkLst>
        </pc:spChg>
        <pc:spChg chg="del">
          <ac:chgData name="Nisa Azmi Durachman,  (Nisa, Student M-BIT)" userId="87a94d4d-ca0b-43b3-9b31-5c649685ab99" providerId="ADAL" clId="{AB11617C-3CDC-4BA7-B4F3-64A526D26315}" dt="2023-01-29T20:22:56.243" v="314" actId="478"/>
          <ac:spMkLst>
            <pc:docMk/>
            <pc:sldMk cId="2765534558" sldId="277"/>
            <ac:spMk id="10" creationId="{00000000-0000-0000-0000-000000000000}"/>
          </ac:spMkLst>
        </pc:spChg>
        <pc:spChg chg="del">
          <ac:chgData name="Nisa Azmi Durachman,  (Nisa, Student M-BIT)" userId="87a94d4d-ca0b-43b3-9b31-5c649685ab99" providerId="ADAL" clId="{AB11617C-3CDC-4BA7-B4F3-64A526D26315}" dt="2023-01-29T20:22:56.243" v="314" actId="478"/>
          <ac:spMkLst>
            <pc:docMk/>
            <pc:sldMk cId="2765534558" sldId="277"/>
            <ac:spMk id="11" creationId="{00000000-0000-0000-0000-000000000000}"/>
          </ac:spMkLst>
        </pc:spChg>
        <pc:spChg chg="del">
          <ac:chgData name="Nisa Azmi Durachman,  (Nisa, Student M-BIT)" userId="87a94d4d-ca0b-43b3-9b31-5c649685ab99" providerId="ADAL" clId="{AB11617C-3CDC-4BA7-B4F3-64A526D26315}" dt="2023-01-29T20:22:56.243" v="314" actId="478"/>
          <ac:spMkLst>
            <pc:docMk/>
            <pc:sldMk cId="2765534558" sldId="277"/>
            <ac:spMk id="12" creationId="{00000000-0000-0000-0000-000000000000}"/>
          </ac:spMkLst>
        </pc:spChg>
        <pc:spChg chg="del">
          <ac:chgData name="Nisa Azmi Durachman,  (Nisa, Student M-BIT)" userId="87a94d4d-ca0b-43b3-9b31-5c649685ab99" providerId="ADAL" clId="{AB11617C-3CDC-4BA7-B4F3-64A526D26315}" dt="2023-01-29T20:22:56.243" v="314" actId="478"/>
          <ac:spMkLst>
            <pc:docMk/>
            <pc:sldMk cId="2765534558" sldId="277"/>
            <ac:spMk id="13" creationId="{00000000-0000-0000-0000-000000000000}"/>
          </ac:spMkLst>
        </pc:spChg>
        <pc:spChg chg="del">
          <ac:chgData name="Nisa Azmi Durachman,  (Nisa, Student M-BIT)" userId="87a94d4d-ca0b-43b3-9b31-5c649685ab99" providerId="ADAL" clId="{AB11617C-3CDC-4BA7-B4F3-64A526D26315}" dt="2023-01-29T20:22:56.243" v="314" actId="478"/>
          <ac:spMkLst>
            <pc:docMk/>
            <pc:sldMk cId="2765534558" sldId="277"/>
            <ac:spMk id="14" creationId="{00000000-0000-0000-0000-000000000000}"/>
          </ac:spMkLst>
        </pc:spChg>
        <pc:spChg chg="del">
          <ac:chgData name="Nisa Azmi Durachman,  (Nisa, Student M-BIT)" userId="87a94d4d-ca0b-43b3-9b31-5c649685ab99" providerId="ADAL" clId="{AB11617C-3CDC-4BA7-B4F3-64A526D26315}" dt="2023-01-29T20:22:56.243" v="314" actId="478"/>
          <ac:spMkLst>
            <pc:docMk/>
            <pc:sldMk cId="2765534558" sldId="277"/>
            <ac:spMk id="15" creationId="{00000000-0000-0000-0000-000000000000}"/>
          </ac:spMkLst>
        </pc:spChg>
        <pc:spChg chg="del">
          <ac:chgData name="Nisa Azmi Durachman,  (Nisa, Student M-BIT)" userId="87a94d4d-ca0b-43b3-9b31-5c649685ab99" providerId="ADAL" clId="{AB11617C-3CDC-4BA7-B4F3-64A526D26315}" dt="2023-01-29T20:22:56.243" v="314" actId="478"/>
          <ac:spMkLst>
            <pc:docMk/>
            <pc:sldMk cId="2765534558" sldId="277"/>
            <ac:spMk id="17" creationId="{00000000-0000-0000-0000-000000000000}"/>
          </ac:spMkLst>
        </pc:spChg>
        <pc:spChg chg="del">
          <ac:chgData name="Nisa Azmi Durachman,  (Nisa, Student M-BIT)" userId="87a94d4d-ca0b-43b3-9b31-5c649685ab99" providerId="ADAL" clId="{AB11617C-3CDC-4BA7-B4F3-64A526D26315}" dt="2023-01-29T20:22:56.243" v="314" actId="478"/>
          <ac:spMkLst>
            <pc:docMk/>
            <pc:sldMk cId="2765534558" sldId="277"/>
            <ac:spMk id="18" creationId="{00000000-0000-0000-0000-000000000000}"/>
          </ac:spMkLst>
        </pc:spChg>
        <pc:spChg chg="del">
          <ac:chgData name="Nisa Azmi Durachman,  (Nisa, Student M-BIT)" userId="87a94d4d-ca0b-43b3-9b31-5c649685ab99" providerId="ADAL" clId="{AB11617C-3CDC-4BA7-B4F3-64A526D26315}" dt="2023-01-29T20:22:56.243" v="314" actId="478"/>
          <ac:spMkLst>
            <pc:docMk/>
            <pc:sldMk cId="2765534558" sldId="277"/>
            <ac:spMk id="19" creationId="{00000000-0000-0000-0000-000000000000}"/>
          </ac:spMkLst>
        </pc:spChg>
        <pc:spChg chg="del">
          <ac:chgData name="Nisa Azmi Durachman,  (Nisa, Student M-BIT)" userId="87a94d4d-ca0b-43b3-9b31-5c649685ab99" providerId="ADAL" clId="{AB11617C-3CDC-4BA7-B4F3-64A526D26315}" dt="2023-01-29T20:22:56.243" v="314" actId="478"/>
          <ac:spMkLst>
            <pc:docMk/>
            <pc:sldMk cId="2765534558" sldId="277"/>
            <ac:spMk id="20" creationId="{00000000-0000-0000-0000-000000000000}"/>
          </ac:spMkLst>
        </pc:spChg>
        <pc:spChg chg="del">
          <ac:chgData name="Nisa Azmi Durachman,  (Nisa, Student M-BIT)" userId="87a94d4d-ca0b-43b3-9b31-5c649685ab99" providerId="ADAL" clId="{AB11617C-3CDC-4BA7-B4F3-64A526D26315}" dt="2023-01-29T20:22:56.243" v="314" actId="478"/>
          <ac:spMkLst>
            <pc:docMk/>
            <pc:sldMk cId="2765534558" sldId="277"/>
            <ac:spMk id="21" creationId="{00000000-0000-0000-0000-000000000000}"/>
          </ac:spMkLst>
        </pc:spChg>
        <pc:spChg chg="del">
          <ac:chgData name="Nisa Azmi Durachman,  (Nisa, Student M-BIT)" userId="87a94d4d-ca0b-43b3-9b31-5c649685ab99" providerId="ADAL" clId="{AB11617C-3CDC-4BA7-B4F3-64A526D26315}" dt="2023-01-29T20:22:56.243" v="314" actId="478"/>
          <ac:spMkLst>
            <pc:docMk/>
            <pc:sldMk cId="2765534558" sldId="277"/>
            <ac:spMk id="22" creationId="{00000000-0000-0000-0000-000000000000}"/>
          </ac:spMkLst>
        </pc:spChg>
        <pc:spChg chg="mod">
          <ac:chgData name="Nisa Azmi Durachman,  (Nisa, Student M-BIT)" userId="87a94d4d-ca0b-43b3-9b31-5c649685ab99" providerId="ADAL" clId="{AB11617C-3CDC-4BA7-B4F3-64A526D26315}" dt="2023-01-29T20:22:58.335" v="315" actId="6549"/>
          <ac:spMkLst>
            <pc:docMk/>
            <pc:sldMk cId="2765534558" sldId="277"/>
            <ac:spMk id="24" creationId="{00000000-0000-0000-0000-000000000000}"/>
          </ac:spMkLst>
        </pc:spChg>
        <pc:spChg chg="del">
          <ac:chgData name="Nisa Azmi Durachman,  (Nisa, Student M-BIT)" userId="87a94d4d-ca0b-43b3-9b31-5c649685ab99" providerId="ADAL" clId="{AB11617C-3CDC-4BA7-B4F3-64A526D26315}" dt="2023-01-29T20:22:56.243" v="314" actId="478"/>
          <ac:spMkLst>
            <pc:docMk/>
            <pc:sldMk cId="2765534558" sldId="277"/>
            <ac:spMk id="38" creationId="{00000000-0000-0000-0000-000000000000}"/>
          </ac:spMkLst>
        </pc:spChg>
        <pc:grpChg chg="del">
          <ac:chgData name="Nisa Azmi Durachman,  (Nisa, Student M-BIT)" userId="87a94d4d-ca0b-43b3-9b31-5c649685ab99" providerId="ADAL" clId="{AB11617C-3CDC-4BA7-B4F3-64A526D26315}" dt="2023-01-29T20:23:00.214" v="316" actId="478"/>
          <ac:grpSpMkLst>
            <pc:docMk/>
            <pc:sldMk cId="2765534558" sldId="277"/>
            <ac:grpSpMk id="23" creationId="{00000000-0000-0000-0000-000000000000}"/>
          </ac:grpSpMkLst>
        </pc:grpChg>
        <pc:grpChg chg="del">
          <ac:chgData name="Nisa Azmi Durachman,  (Nisa, Student M-BIT)" userId="87a94d4d-ca0b-43b3-9b31-5c649685ab99" providerId="ADAL" clId="{AB11617C-3CDC-4BA7-B4F3-64A526D26315}" dt="2023-01-29T20:22:56.243" v="314" actId="478"/>
          <ac:grpSpMkLst>
            <pc:docMk/>
            <pc:sldMk cId="2765534558" sldId="277"/>
            <ac:grpSpMk id="26" creationId="{00000000-0000-0000-0000-000000000000}"/>
          </ac:grpSpMkLst>
        </pc:grpChg>
        <pc:grpChg chg="del">
          <ac:chgData name="Nisa Azmi Durachman,  (Nisa, Student M-BIT)" userId="87a94d4d-ca0b-43b3-9b31-5c649685ab99" providerId="ADAL" clId="{AB11617C-3CDC-4BA7-B4F3-64A526D26315}" dt="2023-01-29T20:22:56.243" v="314" actId="478"/>
          <ac:grpSpMkLst>
            <pc:docMk/>
            <pc:sldMk cId="2765534558" sldId="277"/>
            <ac:grpSpMk id="29" creationId="{00000000-0000-0000-0000-000000000000}"/>
          </ac:grpSpMkLst>
        </pc:grpChg>
        <pc:grpChg chg="del">
          <ac:chgData name="Nisa Azmi Durachman,  (Nisa, Student M-BIT)" userId="87a94d4d-ca0b-43b3-9b31-5c649685ab99" providerId="ADAL" clId="{AB11617C-3CDC-4BA7-B4F3-64A526D26315}" dt="2023-01-29T20:22:56.243" v="314" actId="478"/>
          <ac:grpSpMkLst>
            <pc:docMk/>
            <pc:sldMk cId="2765534558" sldId="277"/>
            <ac:grpSpMk id="32" creationId="{00000000-0000-0000-0000-000000000000}"/>
          </ac:grpSpMkLst>
        </pc:grpChg>
        <pc:grpChg chg="del">
          <ac:chgData name="Nisa Azmi Durachman,  (Nisa, Student M-BIT)" userId="87a94d4d-ca0b-43b3-9b31-5c649685ab99" providerId="ADAL" clId="{AB11617C-3CDC-4BA7-B4F3-64A526D26315}" dt="2023-01-29T20:22:56.243" v="314" actId="478"/>
          <ac:grpSpMkLst>
            <pc:docMk/>
            <pc:sldMk cId="2765534558" sldId="277"/>
            <ac:grpSpMk id="35" creationId="{00000000-0000-0000-0000-000000000000}"/>
          </ac:grpSpMkLst>
        </pc:grpChg>
        <pc:picChg chg="add del mod">
          <ac:chgData name="Nisa Azmi Durachman,  (Nisa, Student M-BIT)" userId="87a94d4d-ca0b-43b3-9b31-5c649685ab99" providerId="ADAL" clId="{AB11617C-3CDC-4BA7-B4F3-64A526D26315}" dt="2023-01-30T20:33:17.452" v="406" actId="478"/>
          <ac:picMkLst>
            <pc:docMk/>
            <pc:sldMk cId="2765534558" sldId="277"/>
            <ac:picMk id="5" creationId="{8F57109F-8C39-5FB0-2D60-AF2F32BE84AC}"/>
          </ac:picMkLst>
        </pc:picChg>
        <pc:picChg chg="add mod">
          <ac:chgData name="Nisa Azmi Durachman,  (Nisa, Student M-BIT)" userId="87a94d4d-ca0b-43b3-9b31-5c649685ab99" providerId="ADAL" clId="{AB11617C-3CDC-4BA7-B4F3-64A526D26315}" dt="2023-01-30T20:35:09.945" v="420" actId="1076"/>
          <ac:picMkLst>
            <pc:docMk/>
            <pc:sldMk cId="2765534558" sldId="277"/>
            <ac:picMk id="7" creationId="{483BE5AD-7E75-33A7-5FCE-F36BD0F1C04C}"/>
          </ac:picMkLst>
        </pc:picChg>
        <pc:picChg chg="add mod">
          <ac:chgData name="Nisa Azmi Durachman,  (Nisa, Student M-BIT)" userId="87a94d4d-ca0b-43b3-9b31-5c649685ab99" providerId="ADAL" clId="{AB11617C-3CDC-4BA7-B4F3-64A526D26315}" dt="2023-01-30T20:35:08.258" v="419" actId="1076"/>
          <ac:picMkLst>
            <pc:docMk/>
            <pc:sldMk cId="2765534558" sldId="277"/>
            <ac:picMk id="9" creationId="{1DD50B80-926E-D350-1906-B5CBBEEAD3CA}"/>
          </ac:picMkLst>
        </pc:picChg>
      </pc:sldChg>
      <pc:sldChg chg="modSp add del mod">
        <pc:chgData name="Nisa Azmi Durachman,  (Nisa, Student M-BIT)" userId="87a94d4d-ca0b-43b3-9b31-5c649685ab99" providerId="ADAL" clId="{AB11617C-3CDC-4BA7-B4F3-64A526D26315}" dt="2023-01-30T20:39:43.651" v="481" actId="20577"/>
        <pc:sldMkLst>
          <pc:docMk/>
          <pc:sldMk cId="1837894327" sldId="278"/>
        </pc:sldMkLst>
        <pc:spChg chg="mod">
          <ac:chgData name="Nisa Azmi Durachman,  (Nisa, Student M-BIT)" userId="87a94d4d-ca0b-43b3-9b31-5c649685ab99" providerId="ADAL" clId="{AB11617C-3CDC-4BA7-B4F3-64A526D26315}" dt="2023-01-29T18:02:52.724" v="22" actId="20577"/>
          <ac:spMkLst>
            <pc:docMk/>
            <pc:sldMk cId="1837894327" sldId="278"/>
            <ac:spMk id="2" creationId="{00000000-0000-0000-0000-000000000000}"/>
          </ac:spMkLst>
        </pc:spChg>
        <pc:spChg chg="mod">
          <ac:chgData name="Nisa Azmi Durachman,  (Nisa, Student M-BIT)" userId="87a94d4d-ca0b-43b3-9b31-5c649685ab99" providerId="ADAL" clId="{AB11617C-3CDC-4BA7-B4F3-64A526D26315}" dt="2023-01-30T20:39:43.651" v="481" actId="20577"/>
          <ac:spMkLst>
            <pc:docMk/>
            <pc:sldMk cId="1837894327" sldId="278"/>
            <ac:spMk id="3" creationId="{00000000-0000-0000-0000-000000000000}"/>
          </ac:spMkLst>
        </pc:spChg>
        <pc:spChg chg="mod">
          <ac:chgData name="Nisa Azmi Durachman,  (Nisa, Student M-BIT)" userId="87a94d4d-ca0b-43b3-9b31-5c649685ab99" providerId="ADAL" clId="{AB11617C-3CDC-4BA7-B4F3-64A526D26315}" dt="2023-01-29T18:04:48.181" v="141"/>
          <ac:spMkLst>
            <pc:docMk/>
            <pc:sldMk cId="1837894327" sldId="278"/>
            <ac:spMk id="26" creationId="{00000000-0000-0000-0000-000000000000}"/>
          </ac:spMkLst>
        </pc:spChg>
        <pc:spChg chg="mod">
          <ac:chgData name="Nisa Azmi Durachman,  (Nisa, Student M-BIT)" userId="87a94d4d-ca0b-43b3-9b31-5c649685ab99" providerId="ADAL" clId="{AB11617C-3CDC-4BA7-B4F3-64A526D26315}" dt="2023-01-29T18:03:02.827" v="41" actId="20577"/>
          <ac:spMkLst>
            <pc:docMk/>
            <pc:sldMk cId="1837894327" sldId="278"/>
            <ac:spMk id="27" creationId="{00000000-0000-0000-0000-000000000000}"/>
          </ac:spMkLst>
        </pc:spChg>
        <pc:spChg chg="mod">
          <ac:chgData name="Nisa Azmi Durachman,  (Nisa, Student M-BIT)" userId="87a94d4d-ca0b-43b3-9b31-5c649685ab99" providerId="ADAL" clId="{AB11617C-3CDC-4BA7-B4F3-64A526D26315}" dt="2023-01-29T20:29:13.269" v="335" actId="20577"/>
          <ac:spMkLst>
            <pc:docMk/>
            <pc:sldMk cId="1837894327" sldId="278"/>
            <ac:spMk id="29" creationId="{00000000-0000-0000-0000-000000000000}"/>
          </ac:spMkLst>
        </pc:spChg>
        <pc:spChg chg="mod">
          <ac:chgData name="Nisa Azmi Durachman,  (Nisa, Student M-BIT)" userId="87a94d4d-ca0b-43b3-9b31-5c649685ab99" providerId="ADAL" clId="{AB11617C-3CDC-4BA7-B4F3-64A526D26315}" dt="2023-01-29T18:03:49.078" v="108" actId="20577"/>
          <ac:spMkLst>
            <pc:docMk/>
            <pc:sldMk cId="1837894327" sldId="278"/>
            <ac:spMk id="30" creationId="{00000000-0000-0000-0000-000000000000}"/>
          </ac:spMkLst>
        </pc:spChg>
        <pc:spChg chg="mod">
          <ac:chgData name="Nisa Azmi Durachman,  (Nisa, Student M-BIT)" userId="87a94d4d-ca0b-43b3-9b31-5c649685ab99" providerId="ADAL" clId="{AB11617C-3CDC-4BA7-B4F3-64A526D26315}" dt="2023-01-29T18:05:20.732" v="144" actId="123"/>
          <ac:spMkLst>
            <pc:docMk/>
            <pc:sldMk cId="1837894327" sldId="278"/>
            <ac:spMk id="32" creationId="{00000000-0000-0000-0000-000000000000}"/>
          </ac:spMkLst>
        </pc:spChg>
        <pc:spChg chg="mod">
          <ac:chgData name="Nisa Azmi Durachman,  (Nisa, Student M-BIT)" userId="87a94d4d-ca0b-43b3-9b31-5c649685ab99" providerId="ADAL" clId="{AB11617C-3CDC-4BA7-B4F3-64A526D26315}" dt="2023-01-29T18:03:33.943" v="71" actId="20577"/>
          <ac:spMkLst>
            <pc:docMk/>
            <pc:sldMk cId="1837894327" sldId="278"/>
            <ac:spMk id="33" creationId="{00000000-0000-0000-0000-000000000000}"/>
          </ac:spMkLst>
        </pc:spChg>
        <pc:spChg chg="mod">
          <ac:chgData name="Nisa Azmi Durachman,  (Nisa, Student M-BIT)" userId="87a94d4d-ca0b-43b3-9b31-5c649685ab99" providerId="ADAL" clId="{AB11617C-3CDC-4BA7-B4F3-64A526D26315}" dt="2023-01-29T20:29:02.257" v="332" actId="20577"/>
          <ac:spMkLst>
            <pc:docMk/>
            <pc:sldMk cId="1837894327" sldId="278"/>
            <ac:spMk id="35" creationId="{00000000-0000-0000-0000-000000000000}"/>
          </ac:spMkLst>
        </pc:spChg>
        <pc:spChg chg="mod">
          <ac:chgData name="Nisa Azmi Durachman,  (Nisa, Student M-BIT)" userId="87a94d4d-ca0b-43b3-9b31-5c649685ab99" providerId="ADAL" clId="{AB11617C-3CDC-4BA7-B4F3-64A526D26315}" dt="2023-01-29T18:04:20.760" v="140" actId="14100"/>
          <ac:spMkLst>
            <pc:docMk/>
            <pc:sldMk cId="1837894327" sldId="278"/>
            <ac:spMk id="36" creationId="{00000000-0000-0000-0000-000000000000}"/>
          </ac:spMkLst>
        </pc:spChg>
      </pc:sldChg>
      <pc:sldChg chg="delSp modSp add mod">
        <pc:chgData name="Nisa Azmi Durachman,  (Nisa, Student M-BIT)" userId="87a94d4d-ca0b-43b3-9b31-5c649685ab99" providerId="ADAL" clId="{AB11617C-3CDC-4BA7-B4F3-64A526D26315}" dt="2023-01-31T13:24:46.385" v="2588" actId="1036"/>
        <pc:sldMkLst>
          <pc:docMk/>
          <pc:sldMk cId="2971841378" sldId="279"/>
        </pc:sldMkLst>
        <pc:spChg chg="mod">
          <ac:chgData name="Nisa Azmi Durachman,  (Nisa, Student M-BIT)" userId="87a94d4d-ca0b-43b3-9b31-5c649685ab99" providerId="ADAL" clId="{AB11617C-3CDC-4BA7-B4F3-64A526D26315}" dt="2023-01-31T13:24:46.385" v="2588" actId="1036"/>
          <ac:spMkLst>
            <pc:docMk/>
            <pc:sldMk cId="2971841378" sldId="279"/>
            <ac:spMk id="3" creationId="{00000000-0000-0000-0000-000000000000}"/>
          </ac:spMkLst>
        </pc:spChg>
        <pc:spChg chg="mod">
          <ac:chgData name="Nisa Azmi Durachman,  (Nisa, Student M-BIT)" userId="87a94d4d-ca0b-43b3-9b31-5c649685ab99" providerId="ADAL" clId="{AB11617C-3CDC-4BA7-B4F3-64A526D26315}" dt="2023-01-31T13:24:31.405" v="2587" actId="20577"/>
          <ac:spMkLst>
            <pc:docMk/>
            <pc:sldMk cId="2971841378" sldId="279"/>
            <ac:spMk id="4" creationId="{00000000-0000-0000-0000-000000000000}"/>
          </ac:spMkLst>
        </pc:spChg>
        <pc:spChg chg="del">
          <ac:chgData name="Nisa Azmi Durachman,  (Nisa, Student M-BIT)" userId="87a94d4d-ca0b-43b3-9b31-5c649685ab99" providerId="ADAL" clId="{AB11617C-3CDC-4BA7-B4F3-64A526D26315}" dt="2023-01-29T18:06:55.329" v="149" actId="478"/>
          <ac:spMkLst>
            <pc:docMk/>
            <pc:sldMk cId="2971841378" sldId="279"/>
            <ac:spMk id="5" creationId="{00000000-0000-0000-0000-000000000000}"/>
          </ac:spMkLst>
        </pc:spChg>
        <pc:spChg chg="del mod">
          <ac:chgData name="Nisa Azmi Durachman,  (Nisa, Student M-BIT)" userId="87a94d4d-ca0b-43b3-9b31-5c649685ab99" providerId="ADAL" clId="{AB11617C-3CDC-4BA7-B4F3-64A526D26315}" dt="2023-01-29T18:08:19.923" v="212" actId="478"/>
          <ac:spMkLst>
            <pc:docMk/>
            <pc:sldMk cId="2971841378" sldId="279"/>
            <ac:spMk id="6" creationId="{00000000-0000-0000-0000-000000000000}"/>
          </ac:spMkLst>
        </pc:spChg>
      </pc:sldChg>
      <pc:sldChg chg="addSp delSp modSp del mod">
        <pc:chgData name="Nisa Azmi Durachman,  (Nisa, Student M-BIT)" userId="87a94d4d-ca0b-43b3-9b31-5c649685ab99" providerId="ADAL" clId="{AB11617C-3CDC-4BA7-B4F3-64A526D26315}" dt="2023-01-31T12:43:09.865" v="1760" actId="47"/>
        <pc:sldMkLst>
          <pc:docMk/>
          <pc:sldMk cId="2507691112" sldId="280"/>
        </pc:sldMkLst>
        <pc:spChg chg="add mod">
          <ac:chgData name="Nisa Azmi Durachman,  (Nisa, Student M-BIT)" userId="87a94d4d-ca0b-43b3-9b31-5c649685ab99" providerId="ADAL" clId="{AB11617C-3CDC-4BA7-B4F3-64A526D26315}" dt="2023-01-31T11:22:18.631" v="1496" actId="21"/>
          <ac:spMkLst>
            <pc:docMk/>
            <pc:sldMk cId="2507691112" sldId="280"/>
            <ac:spMk id="4" creationId="{80F14704-F481-50CE-BD00-2780CCBBD6B7}"/>
          </ac:spMkLst>
        </pc:spChg>
        <pc:picChg chg="del">
          <ac:chgData name="Nisa Azmi Durachman,  (Nisa, Student M-BIT)" userId="87a94d4d-ca0b-43b3-9b31-5c649685ab99" providerId="ADAL" clId="{AB11617C-3CDC-4BA7-B4F3-64A526D26315}" dt="2023-01-31T11:22:18.631" v="1496" actId="21"/>
          <ac:picMkLst>
            <pc:docMk/>
            <pc:sldMk cId="2507691112" sldId="280"/>
            <ac:picMk id="5" creationId="{4C9DCF43-D1F0-08E5-C95A-FE31CB704376}"/>
          </ac:picMkLst>
        </pc:picChg>
      </pc:sldChg>
      <pc:sldChg chg="add del ord">
        <pc:chgData name="Nisa Azmi Durachman,  (Nisa, Student M-BIT)" userId="87a94d4d-ca0b-43b3-9b31-5c649685ab99" providerId="ADAL" clId="{AB11617C-3CDC-4BA7-B4F3-64A526D26315}" dt="2023-01-31T11:50:03.970" v="1650"/>
        <pc:sldMkLst>
          <pc:docMk/>
          <pc:sldMk cId="61455909" sldId="281"/>
        </pc:sldMkLst>
      </pc:sldChg>
      <pc:sldChg chg="modSp add mod">
        <pc:chgData name="Nisa Azmi Durachman,  (Nisa, Student M-BIT)" userId="87a94d4d-ca0b-43b3-9b31-5c649685ab99" providerId="ADAL" clId="{AB11617C-3CDC-4BA7-B4F3-64A526D26315}" dt="2023-01-30T21:09:12.636" v="1014" actId="20577"/>
        <pc:sldMkLst>
          <pc:docMk/>
          <pc:sldMk cId="3101234267" sldId="282"/>
        </pc:sldMkLst>
        <pc:spChg chg="mod">
          <ac:chgData name="Nisa Azmi Durachman,  (Nisa, Student M-BIT)" userId="87a94d4d-ca0b-43b3-9b31-5c649685ab99" providerId="ADAL" clId="{AB11617C-3CDC-4BA7-B4F3-64A526D26315}" dt="2023-01-29T20:26:52.052" v="331" actId="20577"/>
          <ac:spMkLst>
            <pc:docMk/>
            <pc:sldMk cId="3101234267" sldId="282"/>
            <ac:spMk id="2" creationId="{00000000-0000-0000-0000-000000000000}"/>
          </ac:spMkLst>
        </pc:spChg>
        <pc:spChg chg="mod">
          <ac:chgData name="Nisa Azmi Durachman,  (Nisa, Student M-BIT)" userId="87a94d4d-ca0b-43b3-9b31-5c649685ab99" providerId="ADAL" clId="{AB11617C-3CDC-4BA7-B4F3-64A526D26315}" dt="2023-01-30T21:09:12.636" v="1014" actId="20577"/>
          <ac:spMkLst>
            <pc:docMk/>
            <pc:sldMk cId="3101234267" sldId="282"/>
            <ac:spMk id="3" creationId="{00000000-0000-0000-0000-000000000000}"/>
          </ac:spMkLst>
        </pc:spChg>
      </pc:sldChg>
      <pc:sldChg chg="modSp add del mod">
        <pc:chgData name="Nisa Azmi Durachman,  (Nisa, Student M-BIT)" userId="87a94d4d-ca0b-43b3-9b31-5c649685ab99" providerId="ADAL" clId="{AB11617C-3CDC-4BA7-B4F3-64A526D26315}" dt="2023-01-30T21:00:33.804" v="967" actId="47"/>
        <pc:sldMkLst>
          <pc:docMk/>
          <pc:sldMk cId="111340479" sldId="283"/>
        </pc:sldMkLst>
        <pc:spChg chg="mod">
          <ac:chgData name="Nisa Azmi Durachman,  (Nisa, Student M-BIT)" userId="87a94d4d-ca0b-43b3-9b31-5c649685ab99" providerId="ADAL" clId="{AB11617C-3CDC-4BA7-B4F3-64A526D26315}" dt="2023-01-30T08:59:16.680" v="343" actId="20577"/>
          <ac:spMkLst>
            <pc:docMk/>
            <pc:sldMk cId="111340479" sldId="283"/>
            <ac:spMk id="2" creationId="{00000000-0000-0000-0000-000000000000}"/>
          </ac:spMkLst>
        </pc:spChg>
      </pc:sldChg>
      <pc:sldChg chg="del">
        <pc:chgData name="Nisa Azmi Durachman,  (Nisa, Student M-BIT)" userId="87a94d4d-ca0b-43b3-9b31-5c649685ab99" providerId="ADAL" clId="{AB11617C-3CDC-4BA7-B4F3-64A526D26315}" dt="2023-01-30T21:13:00.382" v="1073" actId="2696"/>
        <pc:sldMkLst>
          <pc:docMk/>
          <pc:sldMk cId="1791923524" sldId="284"/>
        </pc:sldMkLst>
      </pc:sldChg>
      <pc:sldChg chg="add del">
        <pc:chgData name="Nisa Azmi Durachman,  (Nisa, Student M-BIT)" userId="87a94d4d-ca0b-43b3-9b31-5c649685ab99" providerId="ADAL" clId="{AB11617C-3CDC-4BA7-B4F3-64A526D26315}" dt="2023-01-30T21:13:18.533" v="1080"/>
        <pc:sldMkLst>
          <pc:docMk/>
          <pc:sldMk cId="1914410162" sldId="284"/>
        </pc:sldMkLst>
      </pc:sldChg>
      <pc:sldChg chg="modSp add del mod">
        <pc:chgData name="Nisa Azmi Durachman,  (Nisa, Student M-BIT)" userId="87a94d4d-ca0b-43b3-9b31-5c649685ab99" providerId="ADAL" clId="{AB11617C-3CDC-4BA7-B4F3-64A526D26315}" dt="2023-01-30T21:13:13.114" v="1078"/>
        <pc:sldMkLst>
          <pc:docMk/>
          <pc:sldMk cId="3915134538" sldId="284"/>
        </pc:sldMkLst>
        <pc:picChg chg="mod">
          <ac:chgData name="Nisa Azmi Durachman,  (Nisa, Student M-BIT)" userId="87a94d4d-ca0b-43b3-9b31-5c649685ab99" providerId="ADAL" clId="{AB11617C-3CDC-4BA7-B4F3-64A526D26315}" dt="2023-01-30T21:13:11.655" v="1077" actId="1076"/>
          <ac:picMkLst>
            <pc:docMk/>
            <pc:sldMk cId="3915134538" sldId="284"/>
            <ac:picMk id="5" creationId="{46B8387F-3DBC-C326-8808-5159CCE56D08}"/>
          </ac:picMkLst>
        </pc:picChg>
      </pc:sldChg>
      <pc:sldChg chg="delSp modSp del mod">
        <pc:chgData name="Nisa Azmi Durachman,  (Nisa, Student M-BIT)" userId="87a94d4d-ca0b-43b3-9b31-5c649685ab99" providerId="ADAL" clId="{AB11617C-3CDC-4BA7-B4F3-64A526D26315}" dt="2023-01-31T12:43:09.865" v="1760" actId="47"/>
        <pc:sldMkLst>
          <pc:docMk/>
          <pc:sldMk cId="3587669235" sldId="285"/>
        </pc:sldMkLst>
        <pc:picChg chg="del mod">
          <ac:chgData name="Nisa Azmi Durachman,  (Nisa, Student M-BIT)" userId="87a94d4d-ca0b-43b3-9b31-5c649685ab99" providerId="ADAL" clId="{AB11617C-3CDC-4BA7-B4F3-64A526D26315}" dt="2023-01-31T11:28:37.166" v="1519" actId="21"/>
          <ac:picMkLst>
            <pc:docMk/>
            <pc:sldMk cId="3587669235" sldId="285"/>
            <ac:picMk id="5" creationId="{D46DC867-4E24-DA87-C0E2-9FD79C22C9E6}"/>
          </ac:picMkLst>
        </pc:picChg>
      </pc:sldChg>
      <pc:sldChg chg="addSp delSp modSp mod ord">
        <pc:chgData name="Nisa Azmi Durachman,  (Nisa, Student M-BIT)" userId="87a94d4d-ca0b-43b3-9b31-5c649685ab99" providerId="ADAL" clId="{AB11617C-3CDC-4BA7-B4F3-64A526D26315}" dt="2023-01-30T20:45:54.927" v="640" actId="1076"/>
        <pc:sldMkLst>
          <pc:docMk/>
          <pc:sldMk cId="1278160711" sldId="286"/>
        </pc:sldMkLst>
        <pc:spChg chg="mod">
          <ac:chgData name="Nisa Azmi Durachman,  (Nisa, Student M-BIT)" userId="87a94d4d-ca0b-43b3-9b31-5c649685ab99" providerId="ADAL" clId="{AB11617C-3CDC-4BA7-B4F3-64A526D26315}" dt="2023-01-30T20:41:52.462" v="527" actId="20577"/>
          <ac:spMkLst>
            <pc:docMk/>
            <pc:sldMk cId="1278160711" sldId="286"/>
            <ac:spMk id="2" creationId="{00000000-0000-0000-0000-000000000000}"/>
          </ac:spMkLst>
        </pc:spChg>
        <pc:spChg chg="del">
          <ac:chgData name="Nisa Azmi Durachman,  (Nisa, Student M-BIT)" userId="87a94d4d-ca0b-43b3-9b31-5c649685ab99" providerId="ADAL" clId="{AB11617C-3CDC-4BA7-B4F3-64A526D26315}" dt="2023-01-30T20:37:41.437" v="438" actId="478"/>
          <ac:spMkLst>
            <pc:docMk/>
            <pc:sldMk cId="1278160711" sldId="286"/>
            <ac:spMk id="3" creationId="{00000000-0000-0000-0000-000000000000}"/>
          </ac:spMkLst>
        </pc:spChg>
        <pc:spChg chg="add del mod">
          <ac:chgData name="Nisa Azmi Durachman,  (Nisa, Student M-BIT)" userId="87a94d4d-ca0b-43b3-9b31-5c649685ab99" providerId="ADAL" clId="{AB11617C-3CDC-4BA7-B4F3-64A526D26315}" dt="2023-01-30T20:37:43.635" v="439" actId="478"/>
          <ac:spMkLst>
            <pc:docMk/>
            <pc:sldMk cId="1278160711" sldId="286"/>
            <ac:spMk id="6" creationId="{2F7337A8-EE50-BF0F-C2C6-29B04BF10126}"/>
          </ac:spMkLst>
        </pc:spChg>
        <pc:spChg chg="mod">
          <ac:chgData name="Nisa Azmi Durachman,  (Nisa, Student M-BIT)" userId="87a94d4d-ca0b-43b3-9b31-5c649685ab99" providerId="ADAL" clId="{AB11617C-3CDC-4BA7-B4F3-64A526D26315}" dt="2023-01-30T20:45:54.927" v="640" actId="1076"/>
          <ac:spMkLst>
            <pc:docMk/>
            <pc:sldMk cId="1278160711" sldId="286"/>
            <ac:spMk id="50" creationId="{00000000-0000-0000-0000-000000000000}"/>
          </ac:spMkLst>
        </pc:spChg>
        <pc:spChg chg="mod">
          <ac:chgData name="Nisa Azmi Durachman,  (Nisa, Student M-BIT)" userId="87a94d4d-ca0b-43b3-9b31-5c649685ab99" providerId="ADAL" clId="{AB11617C-3CDC-4BA7-B4F3-64A526D26315}" dt="2023-01-30T20:45:54.927" v="640" actId="1076"/>
          <ac:spMkLst>
            <pc:docMk/>
            <pc:sldMk cId="1278160711" sldId="286"/>
            <ac:spMk id="51" creationId="{00000000-0000-0000-0000-000000000000}"/>
          </ac:spMkLst>
        </pc:spChg>
        <pc:spChg chg="mod">
          <ac:chgData name="Nisa Azmi Durachman,  (Nisa, Student M-BIT)" userId="87a94d4d-ca0b-43b3-9b31-5c649685ab99" providerId="ADAL" clId="{AB11617C-3CDC-4BA7-B4F3-64A526D26315}" dt="2023-01-30T20:45:54.927" v="640" actId="1076"/>
          <ac:spMkLst>
            <pc:docMk/>
            <pc:sldMk cId="1278160711" sldId="286"/>
            <ac:spMk id="52" creationId="{00000000-0000-0000-0000-000000000000}"/>
          </ac:spMkLst>
        </pc:spChg>
        <pc:spChg chg="mod">
          <ac:chgData name="Nisa Azmi Durachman,  (Nisa, Student M-BIT)" userId="87a94d4d-ca0b-43b3-9b31-5c649685ab99" providerId="ADAL" clId="{AB11617C-3CDC-4BA7-B4F3-64A526D26315}" dt="2023-01-30T20:45:18.269" v="620" actId="20577"/>
          <ac:spMkLst>
            <pc:docMk/>
            <pc:sldMk cId="1278160711" sldId="286"/>
            <ac:spMk id="54" creationId="{00000000-0000-0000-0000-000000000000}"/>
          </ac:spMkLst>
        </pc:spChg>
        <pc:spChg chg="mod">
          <ac:chgData name="Nisa Azmi Durachman,  (Nisa, Student M-BIT)" userId="87a94d4d-ca0b-43b3-9b31-5c649685ab99" providerId="ADAL" clId="{AB11617C-3CDC-4BA7-B4F3-64A526D26315}" dt="2023-01-30T20:45:12.132" v="599" actId="20577"/>
          <ac:spMkLst>
            <pc:docMk/>
            <pc:sldMk cId="1278160711" sldId="286"/>
            <ac:spMk id="55" creationId="{00000000-0000-0000-0000-000000000000}"/>
          </ac:spMkLst>
        </pc:spChg>
        <pc:spChg chg="mod">
          <ac:chgData name="Nisa Azmi Durachman,  (Nisa, Student M-BIT)" userId="87a94d4d-ca0b-43b3-9b31-5c649685ab99" providerId="ADAL" clId="{AB11617C-3CDC-4BA7-B4F3-64A526D26315}" dt="2023-01-30T20:45:30.562" v="636" actId="20577"/>
          <ac:spMkLst>
            <pc:docMk/>
            <pc:sldMk cId="1278160711" sldId="286"/>
            <ac:spMk id="57" creationId="{00000000-0000-0000-0000-000000000000}"/>
          </ac:spMkLst>
        </pc:spChg>
        <pc:spChg chg="mod">
          <ac:chgData name="Nisa Azmi Durachman,  (Nisa, Student M-BIT)" userId="87a94d4d-ca0b-43b3-9b31-5c649685ab99" providerId="ADAL" clId="{AB11617C-3CDC-4BA7-B4F3-64A526D26315}" dt="2023-01-30T20:45:25.033" v="633" actId="20577"/>
          <ac:spMkLst>
            <pc:docMk/>
            <pc:sldMk cId="1278160711" sldId="286"/>
            <ac:spMk id="58" creationId="{00000000-0000-0000-0000-000000000000}"/>
          </ac:spMkLst>
        </pc:spChg>
        <pc:spChg chg="mod">
          <ac:chgData name="Nisa Azmi Durachman,  (Nisa, Student M-BIT)" userId="87a94d4d-ca0b-43b3-9b31-5c649685ab99" providerId="ADAL" clId="{AB11617C-3CDC-4BA7-B4F3-64A526D26315}" dt="2023-01-30T20:42:20.045" v="547" actId="20577"/>
          <ac:spMkLst>
            <pc:docMk/>
            <pc:sldMk cId="1278160711" sldId="286"/>
            <ac:spMk id="60" creationId="{00000000-0000-0000-0000-000000000000}"/>
          </ac:spMkLst>
        </pc:spChg>
        <pc:spChg chg="mod">
          <ac:chgData name="Nisa Azmi Durachman,  (Nisa, Student M-BIT)" userId="87a94d4d-ca0b-43b3-9b31-5c649685ab99" providerId="ADAL" clId="{AB11617C-3CDC-4BA7-B4F3-64A526D26315}" dt="2023-01-30T20:42:10.638" v="538" actId="20577"/>
          <ac:spMkLst>
            <pc:docMk/>
            <pc:sldMk cId="1278160711" sldId="286"/>
            <ac:spMk id="61" creationId="{00000000-0000-0000-0000-000000000000}"/>
          </ac:spMkLst>
        </pc:spChg>
        <pc:spChg chg="mod">
          <ac:chgData name="Nisa Azmi Durachman,  (Nisa, Student M-BIT)" userId="87a94d4d-ca0b-43b3-9b31-5c649685ab99" providerId="ADAL" clId="{AB11617C-3CDC-4BA7-B4F3-64A526D26315}" dt="2023-01-30T20:45:54.927" v="640" actId="1076"/>
          <ac:spMkLst>
            <pc:docMk/>
            <pc:sldMk cId="1278160711" sldId="286"/>
            <ac:spMk id="62" creationId="{00000000-0000-0000-0000-000000000000}"/>
          </ac:spMkLst>
        </pc:spChg>
        <pc:spChg chg="mod">
          <ac:chgData name="Nisa Azmi Durachman,  (Nisa, Student M-BIT)" userId="87a94d4d-ca0b-43b3-9b31-5c649685ab99" providerId="ADAL" clId="{AB11617C-3CDC-4BA7-B4F3-64A526D26315}" dt="2023-01-30T20:45:54.927" v="640" actId="1076"/>
          <ac:spMkLst>
            <pc:docMk/>
            <pc:sldMk cId="1278160711" sldId="286"/>
            <ac:spMk id="63" creationId="{00000000-0000-0000-0000-000000000000}"/>
          </ac:spMkLst>
        </pc:spChg>
        <pc:spChg chg="mod">
          <ac:chgData name="Nisa Azmi Durachman,  (Nisa, Student M-BIT)" userId="87a94d4d-ca0b-43b3-9b31-5c649685ab99" providerId="ADAL" clId="{AB11617C-3CDC-4BA7-B4F3-64A526D26315}" dt="2023-01-30T20:45:54.927" v="640" actId="1076"/>
          <ac:spMkLst>
            <pc:docMk/>
            <pc:sldMk cId="1278160711" sldId="286"/>
            <ac:spMk id="64" creationId="{00000000-0000-0000-0000-000000000000}"/>
          </ac:spMkLst>
        </pc:spChg>
        <pc:spChg chg="del">
          <ac:chgData name="Nisa Azmi Durachman,  (Nisa, Student M-BIT)" userId="87a94d4d-ca0b-43b3-9b31-5c649685ab99" providerId="ADAL" clId="{AB11617C-3CDC-4BA7-B4F3-64A526D26315}" dt="2023-01-30T20:45:42.886" v="639" actId="478"/>
          <ac:spMkLst>
            <pc:docMk/>
            <pc:sldMk cId="1278160711" sldId="286"/>
            <ac:spMk id="68" creationId="{00000000-0000-0000-0000-000000000000}"/>
          </ac:spMkLst>
        </pc:spChg>
        <pc:spChg chg="del">
          <ac:chgData name="Nisa Azmi Durachman,  (Nisa, Student M-BIT)" userId="87a94d4d-ca0b-43b3-9b31-5c649685ab99" providerId="ADAL" clId="{AB11617C-3CDC-4BA7-B4F3-64A526D26315}" dt="2023-01-30T20:45:41.170" v="638" actId="478"/>
          <ac:spMkLst>
            <pc:docMk/>
            <pc:sldMk cId="1278160711" sldId="286"/>
            <ac:spMk id="69" creationId="{00000000-0000-0000-0000-000000000000}"/>
          </ac:spMkLst>
        </pc:spChg>
        <pc:grpChg chg="mod">
          <ac:chgData name="Nisa Azmi Durachman,  (Nisa, Student M-BIT)" userId="87a94d4d-ca0b-43b3-9b31-5c649685ab99" providerId="ADAL" clId="{AB11617C-3CDC-4BA7-B4F3-64A526D26315}" dt="2023-01-30T20:45:54.927" v="640" actId="1076"/>
          <ac:grpSpMkLst>
            <pc:docMk/>
            <pc:sldMk cId="1278160711" sldId="286"/>
            <ac:grpSpMk id="53" creationId="{00000000-0000-0000-0000-000000000000}"/>
          </ac:grpSpMkLst>
        </pc:grpChg>
        <pc:grpChg chg="mod">
          <ac:chgData name="Nisa Azmi Durachman,  (Nisa, Student M-BIT)" userId="87a94d4d-ca0b-43b3-9b31-5c649685ab99" providerId="ADAL" clId="{AB11617C-3CDC-4BA7-B4F3-64A526D26315}" dt="2023-01-30T20:45:54.927" v="640" actId="1076"/>
          <ac:grpSpMkLst>
            <pc:docMk/>
            <pc:sldMk cId="1278160711" sldId="286"/>
            <ac:grpSpMk id="56" creationId="{00000000-0000-0000-0000-000000000000}"/>
          </ac:grpSpMkLst>
        </pc:grpChg>
        <pc:grpChg chg="mod">
          <ac:chgData name="Nisa Azmi Durachman,  (Nisa, Student M-BIT)" userId="87a94d4d-ca0b-43b3-9b31-5c649685ab99" providerId="ADAL" clId="{AB11617C-3CDC-4BA7-B4F3-64A526D26315}" dt="2023-01-30T20:45:54.927" v="640" actId="1076"/>
          <ac:grpSpMkLst>
            <pc:docMk/>
            <pc:sldMk cId="1278160711" sldId="286"/>
            <ac:grpSpMk id="59" creationId="{00000000-0000-0000-0000-000000000000}"/>
          </ac:grpSpMkLst>
        </pc:grpChg>
        <pc:grpChg chg="del">
          <ac:chgData name="Nisa Azmi Durachman,  (Nisa, Student M-BIT)" userId="87a94d4d-ca0b-43b3-9b31-5c649685ab99" providerId="ADAL" clId="{AB11617C-3CDC-4BA7-B4F3-64A526D26315}" dt="2023-01-30T20:45:34.726" v="637" actId="478"/>
          <ac:grpSpMkLst>
            <pc:docMk/>
            <pc:sldMk cId="1278160711" sldId="286"/>
            <ac:grpSpMk id="65" creationId="{00000000-0000-0000-0000-000000000000}"/>
          </ac:grpSpMkLst>
        </pc:grpChg>
      </pc:sldChg>
      <pc:sldChg chg="new del ord">
        <pc:chgData name="Nisa Azmi Durachman,  (Nisa, Student M-BIT)" userId="87a94d4d-ca0b-43b3-9b31-5c649685ab99" providerId="ADAL" clId="{AB11617C-3CDC-4BA7-B4F3-64A526D26315}" dt="2023-01-30T20:35:39.954" v="424" actId="47"/>
        <pc:sldMkLst>
          <pc:docMk/>
          <pc:sldMk cId="2585727765" sldId="286"/>
        </pc:sldMkLst>
      </pc:sldChg>
      <pc:sldChg chg="delSp modSp mod">
        <pc:chgData name="Nisa Azmi Durachman,  (Nisa, Student M-BIT)" userId="87a94d4d-ca0b-43b3-9b31-5c649685ab99" providerId="ADAL" clId="{AB11617C-3CDC-4BA7-B4F3-64A526D26315}" dt="2023-01-31T13:21:42.690" v="2572" actId="20577"/>
        <pc:sldMkLst>
          <pc:docMk/>
          <pc:sldMk cId="4104726674" sldId="296"/>
        </pc:sldMkLst>
        <pc:spChg chg="mod">
          <ac:chgData name="Nisa Azmi Durachman,  (Nisa, Student M-BIT)" userId="87a94d4d-ca0b-43b3-9b31-5c649685ab99" providerId="ADAL" clId="{AB11617C-3CDC-4BA7-B4F3-64A526D26315}" dt="2023-01-30T20:48:31.542" v="643" actId="20577"/>
          <ac:spMkLst>
            <pc:docMk/>
            <pc:sldMk cId="4104726674" sldId="296"/>
            <ac:spMk id="20" creationId="{00000000-0000-0000-0000-000000000000}"/>
          </ac:spMkLst>
        </pc:spChg>
        <pc:spChg chg="mod topLvl">
          <ac:chgData name="Nisa Azmi Durachman,  (Nisa, Student M-BIT)" userId="87a94d4d-ca0b-43b3-9b31-5c649685ab99" providerId="ADAL" clId="{AB11617C-3CDC-4BA7-B4F3-64A526D26315}" dt="2023-01-31T13:21:42.690" v="2572" actId="20577"/>
          <ac:spMkLst>
            <pc:docMk/>
            <pc:sldMk cId="4104726674" sldId="296"/>
            <ac:spMk id="22" creationId="{00000000-0000-0000-0000-000000000000}"/>
          </ac:spMkLst>
        </pc:spChg>
        <pc:spChg chg="del topLvl">
          <ac:chgData name="Nisa Azmi Durachman,  (Nisa, Student M-BIT)" userId="87a94d4d-ca0b-43b3-9b31-5c649685ab99" providerId="ADAL" clId="{AB11617C-3CDC-4BA7-B4F3-64A526D26315}" dt="2023-01-30T20:48:44.560" v="646" actId="478"/>
          <ac:spMkLst>
            <pc:docMk/>
            <pc:sldMk cId="4104726674" sldId="296"/>
            <ac:spMk id="23" creationId="{00000000-0000-0000-0000-000000000000}"/>
          </ac:spMkLst>
        </pc:spChg>
        <pc:grpChg chg="del">
          <ac:chgData name="Nisa Azmi Durachman,  (Nisa, Student M-BIT)" userId="87a94d4d-ca0b-43b3-9b31-5c649685ab99" providerId="ADAL" clId="{AB11617C-3CDC-4BA7-B4F3-64A526D26315}" dt="2023-01-30T20:48:35.010" v="644" actId="478"/>
          <ac:grpSpMkLst>
            <pc:docMk/>
            <pc:sldMk cId="4104726674" sldId="296"/>
            <ac:grpSpMk id="9" creationId="{00000000-0000-0000-0000-000000000000}"/>
          </ac:grpSpMkLst>
        </pc:grpChg>
        <pc:grpChg chg="del mod">
          <ac:chgData name="Nisa Azmi Durachman,  (Nisa, Student M-BIT)" userId="87a94d4d-ca0b-43b3-9b31-5c649685ab99" providerId="ADAL" clId="{AB11617C-3CDC-4BA7-B4F3-64A526D26315}" dt="2023-01-30T20:48:44.560" v="646" actId="478"/>
          <ac:grpSpMkLst>
            <pc:docMk/>
            <pc:sldMk cId="4104726674" sldId="296"/>
            <ac:grpSpMk id="21" creationId="{00000000-0000-0000-0000-000000000000}"/>
          </ac:grpSpMkLst>
        </pc:grpChg>
      </pc:sldChg>
      <pc:sldChg chg="addSp delSp modSp add del mod">
        <pc:chgData name="Nisa Azmi Durachman,  (Nisa, Student M-BIT)" userId="87a94d4d-ca0b-43b3-9b31-5c649685ab99" providerId="ADAL" clId="{AB11617C-3CDC-4BA7-B4F3-64A526D26315}" dt="2023-01-30T21:09:40.628" v="1020" actId="47"/>
        <pc:sldMkLst>
          <pc:docMk/>
          <pc:sldMk cId="1911922825" sldId="297"/>
        </pc:sldMkLst>
        <pc:spChg chg="add del mod">
          <ac:chgData name="Nisa Azmi Durachman,  (Nisa, Student M-BIT)" userId="87a94d4d-ca0b-43b3-9b31-5c649685ab99" providerId="ADAL" clId="{AB11617C-3CDC-4BA7-B4F3-64A526D26315}" dt="2023-01-30T21:09:13.171" v="1016"/>
          <ac:spMkLst>
            <pc:docMk/>
            <pc:sldMk cId="1911922825" sldId="297"/>
            <ac:spMk id="3" creationId="{169CF7C6-7731-4B75-8450-41761D409D3D}"/>
          </ac:spMkLst>
        </pc:spChg>
        <pc:spChg chg="mod">
          <ac:chgData name="Nisa Azmi Durachman,  (Nisa, Student M-BIT)" userId="87a94d4d-ca0b-43b3-9b31-5c649685ab99" providerId="ADAL" clId="{AB11617C-3CDC-4BA7-B4F3-64A526D26315}" dt="2023-01-30T21:03:07.296" v="975" actId="14100"/>
          <ac:spMkLst>
            <pc:docMk/>
            <pc:sldMk cId="1911922825" sldId="297"/>
            <ac:spMk id="5" creationId="{F2BF9296-B926-47AD-BF44-3D536A3135B1}"/>
          </ac:spMkLst>
        </pc:spChg>
        <pc:spChg chg="mod">
          <ac:chgData name="Nisa Azmi Durachman,  (Nisa, Student M-BIT)" userId="87a94d4d-ca0b-43b3-9b31-5c649685ab99" providerId="ADAL" clId="{AB11617C-3CDC-4BA7-B4F3-64A526D26315}" dt="2023-01-30T21:03:15.064" v="976" actId="14100"/>
          <ac:spMkLst>
            <pc:docMk/>
            <pc:sldMk cId="1911922825" sldId="297"/>
            <ac:spMk id="7" creationId="{417688FE-1F93-40B5-86B7-206BD24B143A}"/>
          </ac:spMkLst>
        </pc:spChg>
        <pc:spChg chg="mod">
          <ac:chgData name="Nisa Azmi Durachman,  (Nisa, Student M-BIT)" userId="87a94d4d-ca0b-43b3-9b31-5c649685ab99" providerId="ADAL" clId="{AB11617C-3CDC-4BA7-B4F3-64A526D26315}" dt="2023-01-30T21:03:33.480" v="980" actId="1076"/>
          <ac:spMkLst>
            <pc:docMk/>
            <pc:sldMk cId="1911922825" sldId="297"/>
            <ac:spMk id="9" creationId="{993F7107-C362-4CA3-B438-A199FE8B253E}"/>
          </ac:spMkLst>
        </pc:spChg>
        <pc:spChg chg="del">
          <ac:chgData name="Nisa Azmi Durachman,  (Nisa, Student M-BIT)" userId="87a94d4d-ca0b-43b3-9b31-5c649685ab99" providerId="ADAL" clId="{AB11617C-3CDC-4BA7-B4F3-64A526D26315}" dt="2023-01-30T21:02:49.033" v="968" actId="478"/>
          <ac:spMkLst>
            <pc:docMk/>
            <pc:sldMk cId="1911922825" sldId="297"/>
            <ac:spMk id="12" creationId="{00000000-0000-0000-0000-000000000000}"/>
          </ac:spMkLst>
        </pc:spChg>
        <pc:spChg chg="del mod">
          <ac:chgData name="Nisa Azmi Durachman,  (Nisa, Student M-BIT)" userId="87a94d4d-ca0b-43b3-9b31-5c649685ab99" providerId="ADAL" clId="{AB11617C-3CDC-4BA7-B4F3-64A526D26315}" dt="2023-01-30T21:02:53.059" v="970" actId="478"/>
          <ac:spMkLst>
            <pc:docMk/>
            <pc:sldMk cId="1911922825" sldId="297"/>
            <ac:spMk id="13" creationId="{00000000-0000-0000-0000-000000000000}"/>
          </ac:spMkLst>
        </pc:spChg>
        <pc:picChg chg="add del mod">
          <ac:chgData name="Nisa Azmi Durachman,  (Nisa, Student M-BIT)" userId="87a94d4d-ca0b-43b3-9b31-5c649685ab99" providerId="ADAL" clId="{AB11617C-3CDC-4BA7-B4F3-64A526D26315}" dt="2023-01-30T21:09:14.677" v="1017" actId="14100"/>
          <ac:picMkLst>
            <pc:docMk/>
            <pc:sldMk cId="1911922825" sldId="297"/>
            <ac:picMk id="4" creationId="{71B3E0C2-94E2-185A-787E-1A5D0CCA4A71}"/>
          </ac:picMkLst>
        </pc:picChg>
      </pc:sldChg>
      <pc:sldChg chg="modSp add del mod">
        <pc:chgData name="Nisa Azmi Durachman,  (Nisa, Student M-BIT)" userId="87a94d4d-ca0b-43b3-9b31-5c649685ab99" providerId="ADAL" clId="{AB11617C-3CDC-4BA7-B4F3-64A526D26315}" dt="2023-01-31T12:39:45.159" v="1726" actId="47"/>
        <pc:sldMkLst>
          <pc:docMk/>
          <pc:sldMk cId="2324255876" sldId="297"/>
        </pc:sldMkLst>
        <pc:spChg chg="mod">
          <ac:chgData name="Nisa Azmi Durachman,  (Nisa, Student M-BIT)" userId="87a94d4d-ca0b-43b3-9b31-5c649685ab99" providerId="ADAL" clId="{AB11617C-3CDC-4BA7-B4F3-64A526D26315}" dt="2023-01-30T21:25:26.817" v="1170" actId="20577"/>
          <ac:spMkLst>
            <pc:docMk/>
            <pc:sldMk cId="2324255876" sldId="297"/>
            <ac:spMk id="2" creationId="{58D5BE52-89C4-B270-828A-CB94F6528A9E}"/>
          </ac:spMkLst>
        </pc:spChg>
        <pc:spChg chg="mod">
          <ac:chgData name="Nisa Azmi Durachman,  (Nisa, Student M-BIT)" userId="87a94d4d-ca0b-43b3-9b31-5c649685ab99" providerId="ADAL" clId="{AB11617C-3CDC-4BA7-B4F3-64A526D26315}" dt="2023-01-31T12:39:28.471" v="1723" actId="20577"/>
          <ac:spMkLst>
            <pc:docMk/>
            <pc:sldMk cId="2324255876" sldId="297"/>
            <ac:spMk id="4" creationId="{9DA13F12-FB23-45B2-EB46-67F3DB886D39}"/>
          </ac:spMkLst>
        </pc:spChg>
      </pc:sldChg>
      <pc:sldChg chg="add del">
        <pc:chgData name="Nisa Azmi Durachman,  (Nisa, Student M-BIT)" userId="87a94d4d-ca0b-43b3-9b31-5c649685ab99" providerId="ADAL" clId="{AB11617C-3CDC-4BA7-B4F3-64A526D26315}" dt="2023-01-30T21:23:58.654" v="1083" actId="2890"/>
        <pc:sldMkLst>
          <pc:docMk/>
          <pc:sldMk cId="3020329689" sldId="297"/>
        </pc:sldMkLst>
      </pc:sldChg>
      <pc:sldChg chg="modSp add del mod">
        <pc:chgData name="Nisa Azmi Durachman,  (Nisa, Student M-BIT)" userId="87a94d4d-ca0b-43b3-9b31-5c649685ab99" providerId="ADAL" clId="{AB11617C-3CDC-4BA7-B4F3-64A526D26315}" dt="2023-01-31T12:41:42.688" v="1742" actId="47"/>
        <pc:sldMkLst>
          <pc:docMk/>
          <pc:sldMk cId="734113639" sldId="298"/>
        </pc:sldMkLst>
        <pc:spChg chg="mod">
          <ac:chgData name="Nisa Azmi Durachman,  (Nisa, Student M-BIT)" userId="87a94d4d-ca0b-43b3-9b31-5c649685ab99" providerId="ADAL" clId="{AB11617C-3CDC-4BA7-B4F3-64A526D26315}" dt="2023-01-30T21:27:20.745" v="1207" actId="20577"/>
          <ac:spMkLst>
            <pc:docMk/>
            <pc:sldMk cId="734113639" sldId="298"/>
            <ac:spMk id="2" creationId="{58D5BE52-89C4-B270-828A-CB94F6528A9E}"/>
          </ac:spMkLst>
        </pc:spChg>
        <pc:spChg chg="mod">
          <ac:chgData name="Nisa Azmi Durachman,  (Nisa, Student M-BIT)" userId="87a94d4d-ca0b-43b3-9b31-5c649685ab99" providerId="ADAL" clId="{AB11617C-3CDC-4BA7-B4F3-64A526D26315}" dt="2023-01-30T21:27:56.396" v="1221" actId="20577"/>
          <ac:spMkLst>
            <pc:docMk/>
            <pc:sldMk cId="734113639" sldId="298"/>
            <ac:spMk id="4" creationId="{9DA13F12-FB23-45B2-EB46-67F3DB886D39}"/>
          </ac:spMkLst>
        </pc:spChg>
      </pc:sldChg>
      <pc:sldChg chg="modSp add del mod">
        <pc:chgData name="Nisa Azmi Durachman,  (Nisa, Student M-BIT)" userId="87a94d4d-ca0b-43b3-9b31-5c649685ab99" providerId="ADAL" clId="{AB11617C-3CDC-4BA7-B4F3-64A526D26315}" dt="2023-01-31T12:43:15.922" v="1761" actId="47"/>
        <pc:sldMkLst>
          <pc:docMk/>
          <pc:sldMk cId="256745108" sldId="299"/>
        </pc:sldMkLst>
        <pc:spChg chg="mod">
          <ac:chgData name="Nisa Azmi Durachman,  (Nisa, Student M-BIT)" userId="87a94d4d-ca0b-43b3-9b31-5c649685ab99" providerId="ADAL" clId="{AB11617C-3CDC-4BA7-B4F3-64A526D26315}" dt="2023-01-30T21:28:21.928" v="1242" actId="20577"/>
          <ac:spMkLst>
            <pc:docMk/>
            <pc:sldMk cId="256745108" sldId="299"/>
            <ac:spMk id="2" creationId="{58D5BE52-89C4-B270-828A-CB94F6528A9E}"/>
          </ac:spMkLst>
        </pc:spChg>
        <pc:spChg chg="mod">
          <ac:chgData name="Nisa Azmi Durachman,  (Nisa, Student M-BIT)" userId="87a94d4d-ca0b-43b3-9b31-5c649685ab99" providerId="ADAL" clId="{AB11617C-3CDC-4BA7-B4F3-64A526D26315}" dt="2023-01-31T12:42:32.919" v="1756" actId="20577"/>
          <ac:spMkLst>
            <pc:docMk/>
            <pc:sldMk cId="256745108" sldId="299"/>
            <ac:spMk id="4" creationId="{9DA13F12-FB23-45B2-EB46-67F3DB886D39}"/>
          </ac:spMkLst>
        </pc:spChg>
      </pc:sldChg>
      <pc:sldChg chg="addSp modSp new mod">
        <pc:chgData name="Nisa Azmi Durachman,  (Nisa, Student M-BIT)" userId="87a94d4d-ca0b-43b3-9b31-5c649685ab99" providerId="ADAL" clId="{AB11617C-3CDC-4BA7-B4F3-64A526D26315}" dt="2023-01-31T12:54:31.585" v="1774" actId="1076"/>
        <pc:sldMkLst>
          <pc:docMk/>
          <pc:sldMk cId="146581540" sldId="300"/>
        </pc:sldMkLst>
        <pc:picChg chg="add mod">
          <ac:chgData name="Nisa Azmi Durachman,  (Nisa, Student M-BIT)" userId="87a94d4d-ca0b-43b3-9b31-5c649685ab99" providerId="ADAL" clId="{AB11617C-3CDC-4BA7-B4F3-64A526D26315}" dt="2023-01-31T12:54:31.585" v="1774" actId="1076"/>
          <ac:picMkLst>
            <pc:docMk/>
            <pc:sldMk cId="146581540" sldId="300"/>
            <ac:picMk id="4" creationId="{253912A0-A11E-D397-3735-1FD1F8B12554}"/>
          </ac:picMkLst>
        </pc:picChg>
      </pc:sldChg>
      <pc:sldChg chg="addSp modSp mod ord">
        <pc:chgData name="Nisa Azmi Durachman,  (Nisa, Student M-BIT)" userId="87a94d4d-ca0b-43b3-9b31-5c649685ab99" providerId="ADAL" clId="{AB11617C-3CDC-4BA7-B4F3-64A526D26315}" dt="2023-01-31T11:50:38.799" v="1653" actId="14100"/>
        <pc:sldMkLst>
          <pc:docMk/>
          <pc:sldMk cId="2670755802" sldId="301"/>
        </pc:sldMkLst>
        <pc:picChg chg="add mod">
          <ac:chgData name="Nisa Azmi Durachman,  (Nisa, Student M-BIT)" userId="87a94d4d-ca0b-43b3-9b31-5c649685ab99" providerId="ADAL" clId="{AB11617C-3CDC-4BA7-B4F3-64A526D26315}" dt="2023-01-31T11:50:38.799" v="1653" actId="14100"/>
          <ac:picMkLst>
            <pc:docMk/>
            <pc:sldMk cId="2670755802" sldId="301"/>
            <ac:picMk id="4" creationId="{F7CB21B0-DEB2-3E31-D918-5C46B4ACF5FE}"/>
          </ac:picMkLst>
        </pc:picChg>
      </pc:sldChg>
      <pc:sldChg chg="addSp delSp modSp new mod">
        <pc:chgData name="Nisa Azmi Durachman,  (Nisa, Student M-BIT)" userId="87a94d4d-ca0b-43b3-9b31-5c649685ab99" providerId="ADAL" clId="{AB11617C-3CDC-4BA7-B4F3-64A526D26315}" dt="2023-01-31T12:01:58.089" v="1674" actId="1076"/>
        <pc:sldMkLst>
          <pc:docMk/>
          <pc:sldMk cId="2031046911" sldId="303"/>
        </pc:sldMkLst>
        <pc:picChg chg="add mod">
          <ac:chgData name="Nisa Azmi Durachman,  (Nisa, Student M-BIT)" userId="87a94d4d-ca0b-43b3-9b31-5c649685ab99" providerId="ADAL" clId="{AB11617C-3CDC-4BA7-B4F3-64A526D26315}" dt="2023-01-31T11:45:14.503" v="1535" actId="14100"/>
          <ac:picMkLst>
            <pc:docMk/>
            <pc:sldMk cId="2031046911" sldId="303"/>
            <ac:picMk id="4" creationId="{D39B97A5-68E2-552C-3526-37CEF2364D78}"/>
          </ac:picMkLst>
        </pc:picChg>
        <pc:picChg chg="add del mod">
          <ac:chgData name="Nisa Azmi Durachman,  (Nisa, Student M-BIT)" userId="87a94d4d-ca0b-43b3-9b31-5c649685ab99" providerId="ADAL" clId="{AB11617C-3CDC-4BA7-B4F3-64A526D26315}" dt="2023-01-31T11:54:10.501" v="1659" actId="21"/>
          <ac:picMkLst>
            <pc:docMk/>
            <pc:sldMk cId="2031046911" sldId="303"/>
            <ac:picMk id="5" creationId="{60DF6720-BB3E-6FCF-B5C8-DC483EC91476}"/>
          </ac:picMkLst>
        </pc:picChg>
        <pc:picChg chg="add mod">
          <ac:chgData name="Nisa Azmi Durachman,  (Nisa, Student M-BIT)" userId="87a94d4d-ca0b-43b3-9b31-5c649685ab99" providerId="ADAL" clId="{AB11617C-3CDC-4BA7-B4F3-64A526D26315}" dt="2023-01-31T12:01:58.089" v="1674" actId="1076"/>
          <ac:picMkLst>
            <pc:docMk/>
            <pc:sldMk cId="2031046911" sldId="303"/>
            <ac:picMk id="6" creationId="{91B70A4B-5C8D-B62C-DC23-A2593F52438D}"/>
          </ac:picMkLst>
        </pc:picChg>
        <pc:picChg chg="del mod">
          <ac:chgData name="Nisa Azmi Durachman,  (Nisa, Student M-BIT)" userId="87a94d4d-ca0b-43b3-9b31-5c649685ab99" providerId="ADAL" clId="{AB11617C-3CDC-4BA7-B4F3-64A526D26315}" dt="2023-01-31T12:01:30.547" v="1669" actId="21"/>
          <ac:picMkLst>
            <pc:docMk/>
            <pc:sldMk cId="2031046911" sldId="303"/>
            <ac:picMk id="11" creationId="{C595E661-3C2D-7E29-AE82-F3B60CF308A9}"/>
          </ac:picMkLst>
        </pc:picChg>
      </pc:sldChg>
      <pc:sldChg chg="addSp delSp modSp add mod">
        <pc:chgData name="Nisa Azmi Durachman,  (Nisa, Student M-BIT)" userId="87a94d4d-ca0b-43b3-9b31-5c649685ab99" providerId="ADAL" clId="{AB11617C-3CDC-4BA7-B4F3-64A526D26315}" dt="2023-01-31T11:28:55.684" v="1524" actId="14100"/>
        <pc:sldMkLst>
          <pc:docMk/>
          <pc:sldMk cId="2725633942" sldId="305"/>
        </pc:sldMkLst>
        <pc:spChg chg="del">
          <ac:chgData name="Nisa Azmi Durachman,  (Nisa, Student M-BIT)" userId="87a94d4d-ca0b-43b3-9b31-5c649685ab99" providerId="ADAL" clId="{AB11617C-3CDC-4BA7-B4F3-64A526D26315}" dt="2023-01-31T11:28:43.564" v="1520"/>
          <ac:spMkLst>
            <pc:docMk/>
            <pc:sldMk cId="2725633942" sldId="305"/>
            <ac:spMk id="3" creationId="{E0C95ED7-8E7D-79D2-A904-21C843ABF849}"/>
          </ac:spMkLst>
        </pc:spChg>
        <pc:picChg chg="del">
          <ac:chgData name="Nisa Azmi Durachman,  (Nisa, Student M-BIT)" userId="87a94d4d-ca0b-43b3-9b31-5c649685ab99" providerId="ADAL" clId="{AB11617C-3CDC-4BA7-B4F3-64A526D26315}" dt="2023-01-31T11:28:23.058" v="1518" actId="478"/>
          <ac:picMkLst>
            <pc:docMk/>
            <pc:sldMk cId="2725633942" sldId="305"/>
            <ac:picMk id="4" creationId="{D39B97A5-68E2-552C-3526-37CEF2364D78}"/>
          </ac:picMkLst>
        </pc:picChg>
        <pc:picChg chg="add mod">
          <ac:chgData name="Nisa Azmi Durachman,  (Nisa, Student M-BIT)" userId="87a94d4d-ca0b-43b3-9b31-5c649685ab99" providerId="ADAL" clId="{AB11617C-3CDC-4BA7-B4F3-64A526D26315}" dt="2023-01-31T11:28:55.684" v="1524" actId="14100"/>
          <ac:picMkLst>
            <pc:docMk/>
            <pc:sldMk cId="2725633942" sldId="305"/>
            <ac:picMk id="6" creationId="{1E96D4A5-3909-C60A-C33B-B70DEAA1BB9E}"/>
          </ac:picMkLst>
        </pc:picChg>
      </pc:sldChg>
      <pc:sldChg chg="add del">
        <pc:chgData name="Nisa Azmi Durachman,  (Nisa, Student M-BIT)" userId="87a94d4d-ca0b-43b3-9b31-5c649685ab99" providerId="ADAL" clId="{AB11617C-3CDC-4BA7-B4F3-64A526D26315}" dt="2023-01-31T12:37:20.503" v="1680"/>
        <pc:sldMkLst>
          <pc:docMk/>
          <pc:sldMk cId="4013309384" sldId="307"/>
        </pc:sldMkLst>
      </pc:sldChg>
      <pc:sldChg chg="modSp mod">
        <pc:chgData name="Nisa Azmi Durachman,  (Nisa, Student M-BIT)" userId="87a94d4d-ca0b-43b3-9b31-5c649685ab99" providerId="ADAL" clId="{AB11617C-3CDC-4BA7-B4F3-64A526D26315}" dt="2023-01-31T13:17:24.588" v="2534" actId="20577"/>
        <pc:sldMkLst>
          <pc:docMk/>
          <pc:sldMk cId="4059615590" sldId="307"/>
        </pc:sldMkLst>
        <pc:spChg chg="mod">
          <ac:chgData name="Nisa Azmi Durachman,  (Nisa, Student M-BIT)" userId="87a94d4d-ca0b-43b3-9b31-5c649685ab99" providerId="ADAL" clId="{AB11617C-3CDC-4BA7-B4F3-64A526D26315}" dt="2023-01-31T12:38:11.017" v="1708" actId="255"/>
          <ac:spMkLst>
            <pc:docMk/>
            <pc:sldMk cId="4059615590" sldId="307"/>
            <ac:spMk id="20" creationId="{00000000-0000-0000-0000-000000000000}"/>
          </ac:spMkLst>
        </pc:spChg>
        <pc:spChg chg="mod">
          <ac:chgData name="Nisa Azmi Durachman,  (Nisa, Student M-BIT)" userId="87a94d4d-ca0b-43b3-9b31-5c649685ab99" providerId="ADAL" clId="{AB11617C-3CDC-4BA7-B4F3-64A526D26315}" dt="2023-01-31T13:17:24.588" v="2534" actId="20577"/>
          <ac:spMkLst>
            <pc:docMk/>
            <pc:sldMk cId="4059615590" sldId="307"/>
            <ac:spMk id="22" creationId="{00000000-0000-0000-0000-000000000000}"/>
          </ac:spMkLst>
        </pc:spChg>
      </pc:sldChg>
      <pc:sldChg chg="modSp mod">
        <pc:chgData name="Nisa Azmi Durachman,  (Nisa, Student M-BIT)" userId="87a94d4d-ca0b-43b3-9b31-5c649685ab99" providerId="ADAL" clId="{AB11617C-3CDC-4BA7-B4F3-64A526D26315}" dt="2023-01-31T12:41:07.483" v="1731" actId="255"/>
        <pc:sldMkLst>
          <pc:docMk/>
          <pc:sldMk cId="1911468264" sldId="308"/>
        </pc:sldMkLst>
        <pc:spChg chg="mod">
          <ac:chgData name="Nisa Azmi Durachman,  (Nisa, Student M-BIT)" userId="87a94d4d-ca0b-43b3-9b31-5c649685ab99" providerId="ADAL" clId="{AB11617C-3CDC-4BA7-B4F3-64A526D26315}" dt="2023-01-31T12:39:01.075" v="1714"/>
          <ac:spMkLst>
            <pc:docMk/>
            <pc:sldMk cId="1911468264" sldId="308"/>
            <ac:spMk id="20" creationId="{00000000-0000-0000-0000-000000000000}"/>
          </ac:spMkLst>
        </pc:spChg>
        <pc:spChg chg="mod">
          <ac:chgData name="Nisa Azmi Durachman,  (Nisa, Student M-BIT)" userId="87a94d4d-ca0b-43b3-9b31-5c649685ab99" providerId="ADAL" clId="{AB11617C-3CDC-4BA7-B4F3-64A526D26315}" dt="2023-01-31T12:41:07.483" v="1731" actId="255"/>
          <ac:spMkLst>
            <pc:docMk/>
            <pc:sldMk cId="1911468264" sldId="308"/>
            <ac:spMk id="22" creationId="{00000000-0000-0000-0000-000000000000}"/>
          </ac:spMkLst>
        </pc:spChg>
      </pc:sldChg>
      <pc:sldChg chg="add del">
        <pc:chgData name="Nisa Azmi Durachman,  (Nisa, Student M-BIT)" userId="87a94d4d-ca0b-43b3-9b31-5c649685ab99" providerId="ADAL" clId="{AB11617C-3CDC-4BA7-B4F3-64A526D26315}" dt="2023-01-31T12:38:41.078" v="1711"/>
        <pc:sldMkLst>
          <pc:docMk/>
          <pc:sldMk cId="3761246464" sldId="308"/>
        </pc:sldMkLst>
      </pc:sldChg>
      <pc:sldChg chg="modSp mod">
        <pc:chgData name="Nisa Azmi Durachman,  (Nisa, Student M-BIT)" userId="87a94d4d-ca0b-43b3-9b31-5c649685ab99" providerId="ADAL" clId="{AB11617C-3CDC-4BA7-B4F3-64A526D26315}" dt="2023-01-31T12:41:37.840" v="1741"/>
        <pc:sldMkLst>
          <pc:docMk/>
          <pc:sldMk cId="539181544" sldId="309"/>
        </pc:sldMkLst>
        <pc:spChg chg="mod">
          <ac:chgData name="Nisa Azmi Durachman,  (Nisa, Student M-BIT)" userId="87a94d4d-ca0b-43b3-9b31-5c649685ab99" providerId="ADAL" clId="{AB11617C-3CDC-4BA7-B4F3-64A526D26315}" dt="2023-01-31T12:41:37.840" v="1741"/>
          <ac:spMkLst>
            <pc:docMk/>
            <pc:sldMk cId="539181544" sldId="309"/>
            <ac:spMk id="20" creationId="{00000000-0000-0000-0000-000000000000}"/>
          </ac:spMkLst>
        </pc:spChg>
        <pc:spChg chg="mod">
          <ac:chgData name="Nisa Azmi Durachman,  (Nisa, Student M-BIT)" userId="87a94d4d-ca0b-43b3-9b31-5c649685ab99" providerId="ADAL" clId="{AB11617C-3CDC-4BA7-B4F3-64A526D26315}" dt="2023-01-31T12:41:20.875" v="1740" actId="20577"/>
          <ac:spMkLst>
            <pc:docMk/>
            <pc:sldMk cId="539181544" sldId="309"/>
            <ac:spMk id="22" creationId="{00000000-0000-0000-0000-000000000000}"/>
          </ac:spMkLst>
        </pc:spChg>
      </pc:sldChg>
      <pc:sldChg chg="add del">
        <pc:chgData name="Nisa Azmi Durachman,  (Nisa, Student M-BIT)" userId="87a94d4d-ca0b-43b3-9b31-5c649685ab99" providerId="ADAL" clId="{AB11617C-3CDC-4BA7-B4F3-64A526D26315}" dt="2023-01-31T12:40:30.246" v="1728"/>
        <pc:sldMkLst>
          <pc:docMk/>
          <pc:sldMk cId="1260766071" sldId="309"/>
        </pc:sldMkLst>
      </pc:sldChg>
      <pc:sldChg chg="modSp mod">
        <pc:chgData name="Nisa Azmi Durachman,  (Nisa, Student M-BIT)" userId="87a94d4d-ca0b-43b3-9b31-5c649685ab99" providerId="ADAL" clId="{AB11617C-3CDC-4BA7-B4F3-64A526D26315}" dt="2023-01-31T12:44:38.547" v="1766" actId="20577"/>
        <pc:sldMkLst>
          <pc:docMk/>
          <pc:sldMk cId="3680742742" sldId="310"/>
        </pc:sldMkLst>
        <pc:spChg chg="mod">
          <ac:chgData name="Nisa Azmi Durachman,  (Nisa, Student M-BIT)" userId="87a94d4d-ca0b-43b3-9b31-5c649685ab99" providerId="ADAL" clId="{AB11617C-3CDC-4BA7-B4F3-64A526D26315}" dt="2023-01-31T12:43:03.508" v="1759"/>
          <ac:spMkLst>
            <pc:docMk/>
            <pc:sldMk cId="3680742742" sldId="310"/>
            <ac:spMk id="20" creationId="{00000000-0000-0000-0000-000000000000}"/>
          </ac:spMkLst>
        </pc:spChg>
        <pc:spChg chg="mod">
          <ac:chgData name="Nisa Azmi Durachman,  (Nisa, Student M-BIT)" userId="87a94d4d-ca0b-43b3-9b31-5c649685ab99" providerId="ADAL" clId="{AB11617C-3CDC-4BA7-B4F3-64A526D26315}" dt="2023-01-31T12:44:38.547" v="1766" actId="20577"/>
          <ac:spMkLst>
            <pc:docMk/>
            <pc:sldMk cId="3680742742" sldId="310"/>
            <ac:spMk id="22" creationId="{00000000-0000-0000-0000-000000000000}"/>
          </ac:spMkLst>
        </pc:spChg>
      </pc:sldChg>
      <pc:sldChg chg="add del">
        <pc:chgData name="Nisa Azmi Durachman,  (Nisa, Student M-BIT)" userId="87a94d4d-ca0b-43b3-9b31-5c649685ab99" providerId="ADAL" clId="{AB11617C-3CDC-4BA7-B4F3-64A526D26315}" dt="2023-01-31T12:41:56.927" v="1744"/>
        <pc:sldMkLst>
          <pc:docMk/>
          <pc:sldMk cId="3700551353" sldId="310"/>
        </pc:sldMkLst>
      </pc:sldChg>
      <pc:sldChg chg="modSp mod">
        <pc:chgData name="Nisa Azmi Durachman,  (Nisa, Student M-BIT)" userId="87a94d4d-ca0b-43b3-9b31-5c649685ab99" providerId="ADAL" clId="{AB11617C-3CDC-4BA7-B4F3-64A526D26315}" dt="2023-01-31T13:09:10.506" v="2180" actId="20577"/>
        <pc:sldMkLst>
          <pc:docMk/>
          <pc:sldMk cId="2505344460" sldId="311"/>
        </pc:sldMkLst>
        <pc:spChg chg="mod">
          <ac:chgData name="Nisa Azmi Durachman,  (Nisa, Student M-BIT)" userId="87a94d4d-ca0b-43b3-9b31-5c649685ab99" providerId="ADAL" clId="{AB11617C-3CDC-4BA7-B4F3-64A526D26315}" dt="2023-01-31T12:56:10.926" v="1848" actId="20577"/>
          <ac:spMkLst>
            <pc:docMk/>
            <pc:sldMk cId="2505344460" sldId="311"/>
            <ac:spMk id="20" creationId="{00000000-0000-0000-0000-000000000000}"/>
          </ac:spMkLst>
        </pc:spChg>
        <pc:spChg chg="mod">
          <ac:chgData name="Nisa Azmi Durachman,  (Nisa, Student M-BIT)" userId="87a94d4d-ca0b-43b3-9b31-5c649685ab99" providerId="ADAL" clId="{AB11617C-3CDC-4BA7-B4F3-64A526D26315}" dt="2023-01-31T13:09:10.506" v="2180" actId="20577"/>
          <ac:spMkLst>
            <pc:docMk/>
            <pc:sldMk cId="2505344460" sldId="311"/>
            <ac:spMk id="22" creationId="{00000000-0000-0000-0000-000000000000}"/>
          </ac:spMkLst>
        </pc:spChg>
      </pc:sldChg>
      <pc:sldChg chg="new del">
        <pc:chgData name="Nisa Azmi Durachman,  (Nisa, Student M-BIT)" userId="87a94d4d-ca0b-43b3-9b31-5c649685ab99" providerId="ADAL" clId="{AB11617C-3CDC-4BA7-B4F3-64A526D26315}" dt="2023-01-31T12:55:28.785" v="1776" actId="680"/>
        <pc:sldMkLst>
          <pc:docMk/>
          <pc:sldMk cId="4201586245" sldId="311"/>
        </pc:sldMkLst>
      </pc:sldChg>
      <pc:sldChg chg="modSp mod">
        <pc:chgData name="Nisa Azmi Durachman,  (Nisa, Student M-BIT)" userId="87a94d4d-ca0b-43b3-9b31-5c649685ab99" providerId="ADAL" clId="{AB11617C-3CDC-4BA7-B4F3-64A526D26315}" dt="2023-02-04T21:45:07.638" v="2589" actId="1076"/>
        <pc:sldMkLst>
          <pc:docMk/>
          <pc:sldMk cId="2037672657" sldId="312"/>
        </pc:sldMkLst>
        <pc:spChg chg="mod">
          <ac:chgData name="Nisa Azmi Durachman,  (Nisa, Student M-BIT)" userId="87a94d4d-ca0b-43b3-9b31-5c649685ab99" providerId="ADAL" clId="{AB11617C-3CDC-4BA7-B4F3-64A526D26315}" dt="2023-01-31T13:10:22.308" v="2202" actId="20577"/>
          <ac:spMkLst>
            <pc:docMk/>
            <pc:sldMk cId="2037672657" sldId="312"/>
            <ac:spMk id="20" creationId="{00000000-0000-0000-0000-000000000000}"/>
          </ac:spMkLst>
        </pc:spChg>
        <pc:spChg chg="mod">
          <ac:chgData name="Nisa Azmi Durachman,  (Nisa, Student M-BIT)" userId="87a94d4d-ca0b-43b3-9b31-5c649685ab99" providerId="ADAL" clId="{AB11617C-3CDC-4BA7-B4F3-64A526D26315}" dt="2023-02-04T21:45:07.638" v="2589" actId="1076"/>
          <ac:spMkLst>
            <pc:docMk/>
            <pc:sldMk cId="2037672657" sldId="312"/>
            <ac:spMk id="22" creationId="{00000000-0000-0000-0000-000000000000}"/>
          </ac:spMkLst>
        </pc:spChg>
      </pc:sldChg>
    </pc:docChg>
  </pc:docChgLst>
  <pc:docChgLst>
    <pc:chgData name="Nabila Pindya,  (Nabila, Student M-BIT)" userId="a906136f-af18-41ad-b9e6-dd4adeb7aa30" providerId="ADAL" clId="{6BEAACE0-8873-4FFB-A537-74E1DA995785}"/>
    <pc:docChg chg="undo custSel addSld delSld modSld">
      <pc:chgData name="Nabila Pindya,  (Nabila, Student M-BIT)" userId="a906136f-af18-41ad-b9e6-dd4adeb7aa30" providerId="ADAL" clId="{6BEAACE0-8873-4FFB-A537-74E1DA995785}" dt="2023-02-05T11:53:50.387" v="577" actId="1035"/>
      <pc:docMkLst>
        <pc:docMk/>
      </pc:docMkLst>
      <pc:sldChg chg="addSp delSp modSp new mod">
        <pc:chgData name="Nabila Pindya,  (Nabila, Student M-BIT)" userId="a906136f-af18-41ad-b9e6-dd4adeb7aa30" providerId="ADAL" clId="{6BEAACE0-8873-4FFB-A537-74E1DA995785}" dt="2023-01-29T17:44:22.753" v="1" actId="22"/>
        <pc:sldMkLst>
          <pc:docMk/>
          <pc:sldMk cId="3946619042" sldId="257"/>
        </pc:sldMkLst>
        <pc:spChg chg="del">
          <ac:chgData name="Nabila Pindya,  (Nabila, Student M-BIT)" userId="a906136f-af18-41ad-b9e6-dd4adeb7aa30" providerId="ADAL" clId="{6BEAACE0-8873-4FFB-A537-74E1DA995785}" dt="2023-01-29T17:44:22.753" v="1" actId="22"/>
          <ac:spMkLst>
            <pc:docMk/>
            <pc:sldMk cId="3946619042" sldId="257"/>
            <ac:spMk id="3" creationId="{FC615B12-E758-2ADD-875C-60A0FB05CEC7}"/>
          </ac:spMkLst>
        </pc:spChg>
        <pc:picChg chg="add mod ord">
          <ac:chgData name="Nabila Pindya,  (Nabila, Student M-BIT)" userId="a906136f-af18-41ad-b9e6-dd4adeb7aa30" providerId="ADAL" clId="{6BEAACE0-8873-4FFB-A537-74E1DA995785}" dt="2023-01-29T17:44:22.753" v="1" actId="22"/>
          <ac:picMkLst>
            <pc:docMk/>
            <pc:sldMk cId="3946619042" sldId="257"/>
            <ac:picMk id="5" creationId="{1098A6AE-88DB-0F60-C8B4-F5B86A17C7F0}"/>
          </ac:picMkLst>
        </pc:picChg>
      </pc:sldChg>
      <pc:sldChg chg="addSp delSp modSp new del mod">
        <pc:chgData name="Nabila Pindya,  (Nabila, Student M-BIT)" userId="a906136f-af18-41ad-b9e6-dd4adeb7aa30" providerId="ADAL" clId="{6BEAACE0-8873-4FFB-A537-74E1DA995785}" dt="2023-01-30T10:01:12.505" v="48" actId="47"/>
        <pc:sldMkLst>
          <pc:docMk/>
          <pc:sldMk cId="450518011" sldId="258"/>
        </pc:sldMkLst>
        <pc:spChg chg="add del">
          <ac:chgData name="Nabila Pindya,  (Nabila, Student M-BIT)" userId="a906136f-af18-41ad-b9e6-dd4adeb7aa30" providerId="ADAL" clId="{6BEAACE0-8873-4FFB-A537-74E1DA995785}" dt="2023-01-29T18:02:26.646" v="36"/>
          <ac:spMkLst>
            <pc:docMk/>
            <pc:sldMk cId="450518011" sldId="258"/>
            <ac:spMk id="3" creationId="{1CEE95B5-FC3F-75A7-2894-3E0A20FF2123}"/>
          </ac:spMkLst>
        </pc:spChg>
        <pc:spChg chg="add mod">
          <ac:chgData name="Nabila Pindya,  (Nabila, Student M-BIT)" userId="a906136f-af18-41ad-b9e6-dd4adeb7aa30" providerId="ADAL" clId="{6BEAACE0-8873-4FFB-A537-74E1DA995785}" dt="2023-01-29T18:02:31.260" v="37" actId="478"/>
          <ac:spMkLst>
            <pc:docMk/>
            <pc:sldMk cId="450518011" sldId="258"/>
            <ac:spMk id="10" creationId="{BEB42DFD-0FF9-86EE-CE25-8C46CD4A322A}"/>
          </ac:spMkLst>
        </pc:spChg>
        <pc:graphicFrameChg chg="add del mod">
          <ac:chgData name="Nabila Pindya,  (Nabila, Student M-BIT)" userId="a906136f-af18-41ad-b9e6-dd4adeb7aa30" providerId="ADAL" clId="{6BEAACE0-8873-4FFB-A537-74E1DA995785}" dt="2023-01-29T18:02:09.703" v="33"/>
          <ac:graphicFrameMkLst>
            <pc:docMk/>
            <pc:sldMk cId="450518011" sldId="258"/>
            <ac:graphicFrameMk id="6" creationId="{468C6801-BFDA-E3B1-1817-0EBB063F1823}"/>
          </ac:graphicFrameMkLst>
        </pc:graphicFrameChg>
        <pc:graphicFrameChg chg="add del mod">
          <ac:chgData name="Nabila Pindya,  (Nabila, Student M-BIT)" userId="a906136f-af18-41ad-b9e6-dd4adeb7aa30" providerId="ADAL" clId="{6BEAACE0-8873-4FFB-A537-74E1DA995785}" dt="2023-01-29T18:02:13.111" v="35"/>
          <ac:graphicFrameMkLst>
            <pc:docMk/>
            <pc:sldMk cId="450518011" sldId="258"/>
            <ac:graphicFrameMk id="7" creationId="{27909811-6695-EAD4-44CF-4D7697D05383}"/>
          </ac:graphicFrameMkLst>
        </pc:graphicFrameChg>
        <pc:graphicFrameChg chg="add del mod">
          <ac:chgData name="Nabila Pindya,  (Nabila, Student M-BIT)" userId="a906136f-af18-41ad-b9e6-dd4adeb7aa30" providerId="ADAL" clId="{6BEAACE0-8873-4FFB-A537-74E1DA995785}" dt="2023-01-29T18:02:31.260" v="37" actId="478"/>
          <ac:graphicFrameMkLst>
            <pc:docMk/>
            <pc:sldMk cId="450518011" sldId="258"/>
            <ac:graphicFrameMk id="8" creationId="{766571EE-F421-67A2-B5B6-BC1DBFD69770}"/>
          </ac:graphicFrameMkLst>
        </pc:graphicFrameChg>
        <pc:picChg chg="add">
          <ac:chgData name="Nabila Pindya,  (Nabila, Student M-BIT)" userId="a906136f-af18-41ad-b9e6-dd4adeb7aa30" providerId="ADAL" clId="{6BEAACE0-8873-4FFB-A537-74E1DA995785}" dt="2023-01-29T17:44:51.200" v="3" actId="22"/>
          <ac:picMkLst>
            <pc:docMk/>
            <pc:sldMk cId="450518011" sldId="258"/>
            <ac:picMk id="5" creationId="{5F97C372-A095-8A4C-AFE9-F775EB0EC432}"/>
          </ac:picMkLst>
        </pc:picChg>
      </pc:sldChg>
      <pc:sldChg chg="addSp delSp modSp new mod">
        <pc:chgData name="Nabila Pindya,  (Nabila, Student M-BIT)" userId="a906136f-af18-41ad-b9e6-dd4adeb7aa30" providerId="ADAL" clId="{6BEAACE0-8873-4FFB-A537-74E1DA995785}" dt="2023-01-30T09:52:10.239" v="45" actId="22"/>
        <pc:sldMkLst>
          <pc:docMk/>
          <pc:sldMk cId="133508813" sldId="259"/>
        </pc:sldMkLst>
        <pc:spChg chg="del">
          <ac:chgData name="Nabila Pindya,  (Nabila, Student M-BIT)" userId="a906136f-af18-41ad-b9e6-dd4adeb7aa30" providerId="ADAL" clId="{6BEAACE0-8873-4FFB-A537-74E1DA995785}" dt="2023-01-29T17:51:29.410" v="9" actId="22"/>
          <ac:spMkLst>
            <pc:docMk/>
            <pc:sldMk cId="133508813" sldId="259"/>
            <ac:spMk id="3" creationId="{A3A35837-96BD-CB74-CBB4-0055961AC3A6}"/>
          </ac:spMkLst>
        </pc:spChg>
        <pc:spChg chg="add mod">
          <ac:chgData name="Nabila Pindya,  (Nabila, Student M-BIT)" userId="a906136f-af18-41ad-b9e6-dd4adeb7aa30" providerId="ADAL" clId="{6BEAACE0-8873-4FFB-A537-74E1DA995785}" dt="2023-01-30T09:52:09.782" v="44" actId="478"/>
          <ac:spMkLst>
            <pc:docMk/>
            <pc:sldMk cId="133508813" sldId="259"/>
            <ac:spMk id="4" creationId="{9DA13F12-FB23-45B2-EB46-67F3DB886D39}"/>
          </ac:spMkLst>
        </pc:spChg>
        <pc:picChg chg="add del mod ord">
          <ac:chgData name="Nabila Pindya,  (Nabila, Student M-BIT)" userId="a906136f-af18-41ad-b9e6-dd4adeb7aa30" providerId="ADAL" clId="{6BEAACE0-8873-4FFB-A537-74E1DA995785}" dt="2023-01-30T09:52:09.782" v="44" actId="478"/>
          <ac:picMkLst>
            <pc:docMk/>
            <pc:sldMk cId="133508813" sldId="259"/>
            <ac:picMk id="5" creationId="{69FABA98-2DC2-8A97-3EB9-65C449C3A938}"/>
          </ac:picMkLst>
        </pc:picChg>
        <pc:picChg chg="add">
          <ac:chgData name="Nabila Pindya,  (Nabila, Student M-BIT)" userId="a906136f-af18-41ad-b9e6-dd4adeb7aa30" providerId="ADAL" clId="{6BEAACE0-8873-4FFB-A537-74E1DA995785}" dt="2023-01-30T09:52:10.239" v="45" actId="22"/>
          <ac:picMkLst>
            <pc:docMk/>
            <pc:sldMk cId="133508813" sldId="259"/>
            <ac:picMk id="7" creationId="{0DF9BD4C-4D67-B15D-3E58-DBB3EE30C62A}"/>
          </ac:picMkLst>
        </pc:picChg>
      </pc:sldChg>
      <pc:sldChg chg="new del">
        <pc:chgData name="Nabila Pindya,  (Nabila, Student M-BIT)" userId="a906136f-af18-41ad-b9e6-dd4adeb7aa30" providerId="ADAL" clId="{6BEAACE0-8873-4FFB-A537-74E1DA995785}" dt="2023-01-29T17:48:26.325" v="6" actId="47"/>
        <pc:sldMkLst>
          <pc:docMk/>
          <pc:sldMk cId="775166341" sldId="260"/>
        </pc:sldMkLst>
      </pc:sldChg>
      <pc:sldChg chg="addSp delSp modSp new del mod">
        <pc:chgData name="Nabila Pindya,  (Nabila, Student M-BIT)" userId="a906136f-af18-41ad-b9e6-dd4adeb7aa30" providerId="ADAL" clId="{6BEAACE0-8873-4FFB-A537-74E1DA995785}" dt="2023-01-30T10:01:02.676" v="47" actId="47"/>
        <pc:sldMkLst>
          <pc:docMk/>
          <pc:sldMk cId="1185727538" sldId="260"/>
        </pc:sldMkLst>
        <pc:spChg chg="del">
          <ac:chgData name="Nabila Pindya,  (Nabila, Student M-BIT)" userId="a906136f-af18-41ad-b9e6-dd4adeb7aa30" providerId="ADAL" clId="{6BEAACE0-8873-4FFB-A537-74E1DA995785}" dt="2023-01-29T17:48:30.344" v="8" actId="22"/>
          <ac:spMkLst>
            <pc:docMk/>
            <pc:sldMk cId="1185727538" sldId="260"/>
            <ac:spMk id="3" creationId="{8FC356DB-A91B-DF29-7ECF-A573A47FD377}"/>
          </ac:spMkLst>
        </pc:spChg>
        <pc:picChg chg="add mod ord">
          <ac:chgData name="Nabila Pindya,  (Nabila, Student M-BIT)" userId="a906136f-af18-41ad-b9e6-dd4adeb7aa30" providerId="ADAL" clId="{6BEAACE0-8873-4FFB-A537-74E1DA995785}" dt="2023-01-29T17:48:30.344" v="8" actId="22"/>
          <ac:picMkLst>
            <pc:docMk/>
            <pc:sldMk cId="1185727538" sldId="260"/>
            <ac:picMk id="5" creationId="{7AE81C73-D66F-5AC0-75CA-3EE57FDE5EB6}"/>
          </ac:picMkLst>
        </pc:picChg>
      </pc:sldChg>
      <pc:sldChg chg="addSp delSp modSp new del mod">
        <pc:chgData name="Nabila Pindya,  (Nabila, Student M-BIT)" userId="a906136f-af18-41ad-b9e6-dd4adeb7aa30" providerId="ADAL" clId="{6BEAACE0-8873-4FFB-A537-74E1DA995785}" dt="2023-01-30T09:52:17.967" v="46" actId="47"/>
        <pc:sldMkLst>
          <pc:docMk/>
          <pc:sldMk cId="221654777" sldId="261"/>
        </pc:sldMkLst>
        <pc:spChg chg="del">
          <ac:chgData name="Nabila Pindya,  (Nabila, Student M-BIT)" userId="a906136f-af18-41ad-b9e6-dd4adeb7aa30" providerId="ADAL" clId="{6BEAACE0-8873-4FFB-A537-74E1DA995785}" dt="2023-01-29T17:54:14.585" v="11" actId="22"/>
          <ac:spMkLst>
            <pc:docMk/>
            <pc:sldMk cId="221654777" sldId="261"/>
            <ac:spMk id="3" creationId="{A0E9F606-2505-1C7A-2B62-1BD6881D9379}"/>
          </ac:spMkLst>
        </pc:spChg>
        <pc:spChg chg="add mod">
          <ac:chgData name="Nabila Pindya,  (Nabila, Student M-BIT)" userId="a906136f-af18-41ad-b9e6-dd4adeb7aa30" providerId="ADAL" clId="{6BEAACE0-8873-4FFB-A537-74E1DA995785}" dt="2023-01-30T09:48:05.639" v="42" actId="478"/>
          <ac:spMkLst>
            <pc:docMk/>
            <pc:sldMk cId="221654777" sldId="261"/>
            <ac:spMk id="4" creationId="{54EA287A-A642-9BAD-8F0B-E30F205995A6}"/>
          </ac:spMkLst>
        </pc:spChg>
        <pc:picChg chg="add del mod ord">
          <ac:chgData name="Nabila Pindya,  (Nabila, Student M-BIT)" userId="a906136f-af18-41ad-b9e6-dd4adeb7aa30" providerId="ADAL" clId="{6BEAACE0-8873-4FFB-A537-74E1DA995785}" dt="2023-01-30T09:48:05.639" v="42" actId="478"/>
          <ac:picMkLst>
            <pc:docMk/>
            <pc:sldMk cId="221654777" sldId="261"/>
            <ac:picMk id="5" creationId="{72D637B1-08B9-F939-08EE-1A3123FD1981}"/>
          </ac:picMkLst>
        </pc:picChg>
        <pc:picChg chg="add">
          <ac:chgData name="Nabila Pindya,  (Nabila, Student M-BIT)" userId="a906136f-af18-41ad-b9e6-dd4adeb7aa30" providerId="ADAL" clId="{6BEAACE0-8873-4FFB-A537-74E1DA995785}" dt="2023-01-30T09:48:06.423" v="43" actId="22"/>
          <ac:picMkLst>
            <pc:docMk/>
            <pc:sldMk cId="221654777" sldId="261"/>
            <ac:picMk id="7" creationId="{A07B6314-AB74-2D64-9F7A-A11B57DF4D34}"/>
          </ac:picMkLst>
        </pc:picChg>
      </pc:sldChg>
      <pc:sldChg chg="addSp new mod">
        <pc:chgData name="Nabila Pindya,  (Nabila, Student M-BIT)" userId="a906136f-af18-41ad-b9e6-dd4adeb7aa30" providerId="ADAL" clId="{6BEAACE0-8873-4FFB-A537-74E1DA995785}" dt="2023-01-29T17:54:49.121" v="13" actId="22"/>
        <pc:sldMkLst>
          <pc:docMk/>
          <pc:sldMk cId="1193284432" sldId="262"/>
        </pc:sldMkLst>
        <pc:picChg chg="add">
          <ac:chgData name="Nabila Pindya,  (Nabila, Student M-BIT)" userId="a906136f-af18-41ad-b9e6-dd4adeb7aa30" providerId="ADAL" clId="{6BEAACE0-8873-4FFB-A537-74E1DA995785}" dt="2023-01-29T17:54:49.121" v="13" actId="22"/>
          <ac:picMkLst>
            <pc:docMk/>
            <pc:sldMk cId="1193284432" sldId="262"/>
            <ac:picMk id="5" creationId="{65402FA9-0346-8DBD-CFB7-271BA6F2F304}"/>
          </ac:picMkLst>
        </pc:picChg>
      </pc:sldChg>
      <pc:sldChg chg="addSp new mod">
        <pc:chgData name="Nabila Pindya,  (Nabila, Student M-BIT)" userId="a906136f-af18-41ad-b9e6-dd4adeb7aa30" providerId="ADAL" clId="{6BEAACE0-8873-4FFB-A537-74E1DA995785}" dt="2023-01-29T17:57:09.822" v="15" actId="22"/>
        <pc:sldMkLst>
          <pc:docMk/>
          <pc:sldMk cId="1497330945" sldId="263"/>
        </pc:sldMkLst>
        <pc:picChg chg="add">
          <ac:chgData name="Nabila Pindya,  (Nabila, Student M-BIT)" userId="a906136f-af18-41ad-b9e6-dd4adeb7aa30" providerId="ADAL" clId="{6BEAACE0-8873-4FFB-A537-74E1DA995785}" dt="2023-01-29T17:57:09.822" v="15" actId="22"/>
          <ac:picMkLst>
            <pc:docMk/>
            <pc:sldMk cId="1497330945" sldId="263"/>
            <ac:picMk id="5" creationId="{06BFA796-E1F6-2750-C054-76AE91A90BB9}"/>
          </ac:picMkLst>
        </pc:picChg>
      </pc:sldChg>
      <pc:sldChg chg="addSp delSp modSp new mod setBg">
        <pc:chgData name="Nabila Pindya,  (Nabila, Student M-BIT)" userId="a906136f-af18-41ad-b9e6-dd4adeb7aa30" providerId="ADAL" clId="{6BEAACE0-8873-4FFB-A537-74E1DA995785}" dt="2023-02-05T11:53:50.387" v="577" actId="1035"/>
        <pc:sldMkLst>
          <pc:docMk/>
          <pc:sldMk cId="1423293660" sldId="264"/>
        </pc:sldMkLst>
        <pc:spChg chg="mod">
          <ac:chgData name="Nabila Pindya,  (Nabila, Student M-BIT)" userId="a906136f-af18-41ad-b9e6-dd4adeb7aa30" providerId="ADAL" clId="{6BEAACE0-8873-4FFB-A537-74E1DA995785}" dt="2023-01-31T11:34:55.531" v="172" actId="26606"/>
          <ac:spMkLst>
            <pc:docMk/>
            <pc:sldMk cId="1423293660" sldId="264"/>
            <ac:spMk id="2" creationId="{E1A8191C-A935-B0B5-09DA-2BDAEB78DB27}"/>
          </ac:spMkLst>
        </pc:spChg>
        <pc:spChg chg="add del">
          <ac:chgData name="Nabila Pindya,  (Nabila, Student M-BIT)" userId="a906136f-af18-41ad-b9e6-dd4adeb7aa30" providerId="ADAL" clId="{6BEAACE0-8873-4FFB-A537-74E1DA995785}" dt="2023-01-31T11:45:21.144" v="192" actId="22"/>
          <ac:spMkLst>
            <pc:docMk/>
            <pc:sldMk cId="1423293660" sldId="264"/>
            <ac:spMk id="12" creationId="{A10105B4-22C3-D175-AF2C-AC0CD300AB05}"/>
          </ac:spMkLst>
        </pc:spChg>
        <pc:spChg chg="add">
          <ac:chgData name="Nabila Pindya,  (Nabila, Student M-BIT)" userId="a906136f-af18-41ad-b9e6-dd4adeb7aa30" providerId="ADAL" clId="{6BEAACE0-8873-4FFB-A537-74E1DA995785}" dt="2023-01-31T11:34:55.531" v="172" actId="26606"/>
          <ac:spMkLst>
            <pc:docMk/>
            <pc:sldMk cId="1423293660" sldId="264"/>
            <ac:spMk id="15" creationId="{1E020063-2385-44AC-BD67-258E1F0B9FCE}"/>
          </ac:spMkLst>
        </pc:spChg>
        <pc:spChg chg="add">
          <ac:chgData name="Nabila Pindya,  (Nabila, Student M-BIT)" userId="a906136f-af18-41ad-b9e6-dd4adeb7aa30" providerId="ADAL" clId="{6BEAACE0-8873-4FFB-A537-74E1DA995785}" dt="2023-01-31T11:34:55.531" v="172" actId="26606"/>
          <ac:spMkLst>
            <pc:docMk/>
            <pc:sldMk cId="1423293660" sldId="264"/>
            <ac:spMk id="17" creationId="{7E014A0B-5338-4077-AFE9-A90D04D4492B}"/>
          </ac:spMkLst>
        </pc:spChg>
        <pc:grpChg chg="add">
          <ac:chgData name="Nabila Pindya,  (Nabila, Student M-BIT)" userId="a906136f-af18-41ad-b9e6-dd4adeb7aa30" providerId="ADAL" clId="{6BEAACE0-8873-4FFB-A537-74E1DA995785}" dt="2023-01-31T11:34:55.531" v="172" actId="26606"/>
          <ac:grpSpMkLst>
            <pc:docMk/>
            <pc:sldMk cId="1423293660" sldId="264"/>
            <ac:grpSpMk id="19" creationId="{78127680-150F-4A90-9950-F66392578116}"/>
          </ac:grpSpMkLst>
        </pc:grpChg>
        <pc:grpChg chg="add">
          <ac:chgData name="Nabila Pindya,  (Nabila, Student M-BIT)" userId="a906136f-af18-41ad-b9e6-dd4adeb7aa30" providerId="ADAL" clId="{6BEAACE0-8873-4FFB-A537-74E1DA995785}" dt="2023-01-31T11:34:55.531" v="172" actId="26606"/>
          <ac:grpSpMkLst>
            <pc:docMk/>
            <pc:sldMk cId="1423293660" sldId="264"/>
            <ac:grpSpMk id="25" creationId="{466920E5-8640-4C24-A775-8647637094A7}"/>
          </ac:grpSpMkLst>
        </pc:grpChg>
        <pc:picChg chg="add">
          <ac:chgData name="Nabila Pindya,  (Nabila, Student M-BIT)" userId="a906136f-af18-41ad-b9e6-dd4adeb7aa30" providerId="ADAL" clId="{6BEAACE0-8873-4FFB-A537-74E1DA995785}" dt="2023-01-29T17:57:33.246" v="17" actId="22"/>
          <ac:picMkLst>
            <pc:docMk/>
            <pc:sldMk cId="1423293660" sldId="264"/>
            <ac:picMk id="5" creationId="{DE128F7E-4302-A1CF-3EDF-9639FD6C8636}"/>
          </ac:picMkLst>
        </pc:picChg>
        <pc:picChg chg="add mod ord">
          <ac:chgData name="Nabila Pindya,  (Nabila, Student M-BIT)" userId="a906136f-af18-41ad-b9e6-dd4adeb7aa30" providerId="ADAL" clId="{6BEAACE0-8873-4FFB-A537-74E1DA995785}" dt="2023-01-31T11:47:03.867" v="211" actId="1076"/>
          <ac:picMkLst>
            <pc:docMk/>
            <pc:sldMk cId="1423293660" sldId="264"/>
            <ac:picMk id="6" creationId="{866B7A07-E2FC-40C4-FD1E-61323F8438B6}"/>
          </ac:picMkLst>
        </pc:picChg>
        <pc:picChg chg="mod">
          <ac:chgData name="Nabila Pindya,  (Nabila, Student M-BIT)" userId="a906136f-af18-41ad-b9e6-dd4adeb7aa30" providerId="ADAL" clId="{6BEAACE0-8873-4FFB-A537-74E1DA995785}" dt="2023-01-31T11:47:11.489" v="213" actId="1076"/>
          <ac:picMkLst>
            <pc:docMk/>
            <pc:sldMk cId="1423293660" sldId="264"/>
            <ac:picMk id="8" creationId="{FE0EA368-62AD-264C-A441-41EC12FC9184}"/>
          </ac:picMkLst>
        </pc:picChg>
        <pc:picChg chg="add mod modCrop">
          <ac:chgData name="Nabila Pindya,  (Nabila, Student M-BIT)" userId="a906136f-af18-41ad-b9e6-dd4adeb7aa30" providerId="ADAL" clId="{6BEAACE0-8873-4FFB-A537-74E1DA995785}" dt="2023-02-05T11:53:50.387" v="577" actId="1035"/>
          <ac:picMkLst>
            <pc:docMk/>
            <pc:sldMk cId="1423293660" sldId="264"/>
            <ac:picMk id="9" creationId="{A15FD4FA-CA66-C50D-2446-F70C4BC689F6}"/>
          </ac:picMkLst>
        </pc:picChg>
      </pc:sldChg>
      <pc:sldChg chg="addSp delSp modSp new mod setBg">
        <pc:chgData name="Nabila Pindya,  (Nabila, Student M-BIT)" userId="a906136f-af18-41ad-b9e6-dd4adeb7aa30" providerId="ADAL" clId="{6BEAACE0-8873-4FFB-A537-74E1DA995785}" dt="2023-01-31T12:53:59.529" v="227" actId="1076"/>
        <pc:sldMkLst>
          <pc:docMk/>
          <pc:sldMk cId="663166732" sldId="265"/>
        </pc:sldMkLst>
        <pc:spChg chg="mod">
          <ac:chgData name="Nabila Pindya,  (Nabila, Student M-BIT)" userId="a906136f-af18-41ad-b9e6-dd4adeb7aa30" providerId="ADAL" clId="{6BEAACE0-8873-4FFB-A537-74E1DA995785}" dt="2023-01-31T11:36:04" v="187" actId="26606"/>
          <ac:spMkLst>
            <pc:docMk/>
            <pc:sldMk cId="663166732" sldId="265"/>
            <ac:spMk id="2" creationId="{8FC0E09A-DE80-532A-EF84-B67407D72A55}"/>
          </ac:spMkLst>
        </pc:spChg>
        <pc:spChg chg="del">
          <ac:chgData name="Nabila Pindya,  (Nabila, Student M-BIT)" userId="a906136f-af18-41ad-b9e6-dd4adeb7aa30" providerId="ADAL" clId="{6BEAACE0-8873-4FFB-A537-74E1DA995785}" dt="2023-01-29T17:58:01.862" v="26" actId="22"/>
          <ac:spMkLst>
            <pc:docMk/>
            <pc:sldMk cId="663166732" sldId="265"/>
            <ac:spMk id="3" creationId="{2E6B2E24-EE23-EEEA-5EDA-7B5433CEE03C}"/>
          </ac:spMkLst>
        </pc:spChg>
        <pc:spChg chg="add del">
          <ac:chgData name="Nabila Pindya,  (Nabila, Student M-BIT)" userId="a906136f-af18-41ad-b9e6-dd4adeb7aa30" providerId="ADAL" clId="{6BEAACE0-8873-4FFB-A537-74E1DA995785}" dt="2023-01-31T11:36:04" v="187" actId="26606"/>
          <ac:spMkLst>
            <pc:docMk/>
            <pc:sldMk cId="663166732" sldId="265"/>
            <ac:spMk id="9" creationId="{6B92FAF7-0AD3-4B47-9111-D0E9CD79E247}"/>
          </ac:spMkLst>
        </pc:spChg>
        <pc:spChg chg="add mod">
          <ac:chgData name="Nabila Pindya,  (Nabila, Student M-BIT)" userId="a906136f-af18-41ad-b9e6-dd4adeb7aa30" providerId="ADAL" clId="{6BEAACE0-8873-4FFB-A537-74E1DA995785}" dt="2023-01-31T11:36:04" v="187" actId="26606"/>
          <ac:spMkLst>
            <pc:docMk/>
            <pc:sldMk cId="663166732" sldId="265"/>
            <ac:spMk id="21" creationId="{B2196A4C-5C4A-4A67-B65E-B0E560687A3B}"/>
          </ac:spMkLst>
        </pc:spChg>
        <pc:spChg chg="add del">
          <ac:chgData name="Nabila Pindya,  (Nabila, Student M-BIT)" userId="a906136f-af18-41ad-b9e6-dd4adeb7aa30" providerId="ADAL" clId="{6BEAACE0-8873-4FFB-A537-74E1DA995785}" dt="2023-01-31T11:36:02.727" v="184" actId="26606"/>
          <ac:spMkLst>
            <pc:docMk/>
            <pc:sldMk cId="663166732" sldId="265"/>
            <ac:spMk id="31" creationId="{04695F26-39DB-450E-B464-9C76CD233B36}"/>
          </ac:spMkLst>
        </pc:spChg>
        <pc:spChg chg="add del">
          <ac:chgData name="Nabila Pindya,  (Nabila, Student M-BIT)" userId="a906136f-af18-41ad-b9e6-dd4adeb7aa30" providerId="ADAL" clId="{6BEAACE0-8873-4FFB-A537-74E1DA995785}" dt="2023-01-31T11:36:02.727" v="184" actId="26606"/>
          <ac:spMkLst>
            <pc:docMk/>
            <pc:sldMk cId="663166732" sldId="265"/>
            <ac:spMk id="33" creationId="{2F42E55F-A297-474F-AF2D-6D3A15822BCA}"/>
          </ac:spMkLst>
        </pc:spChg>
        <pc:spChg chg="add del">
          <ac:chgData name="Nabila Pindya,  (Nabila, Student M-BIT)" userId="a906136f-af18-41ad-b9e6-dd4adeb7aa30" providerId="ADAL" clId="{6BEAACE0-8873-4FFB-A537-74E1DA995785}" dt="2023-01-31T11:36:03.989" v="186" actId="26606"/>
          <ac:spMkLst>
            <pc:docMk/>
            <pc:sldMk cId="663166732" sldId="265"/>
            <ac:spMk id="41" creationId="{7E6D2D34-4BB4-460B-8844-027610FB21F5}"/>
          </ac:spMkLst>
        </pc:spChg>
        <pc:spChg chg="add">
          <ac:chgData name="Nabila Pindya,  (Nabila, Student M-BIT)" userId="a906136f-af18-41ad-b9e6-dd4adeb7aa30" providerId="ADAL" clId="{6BEAACE0-8873-4FFB-A537-74E1DA995785}" dt="2023-01-31T11:36:04" v="187" actId="26606"/>
          <ac:spMkLst>
            <pc:docMk/>
            <pc:sldMk cId="663166732" sldId="265"/>
            <ac:spMk id="47" creationId="{04695F26-39DB-450E-B464-9C76CD233B36}"/>
          </ac:spMkLst>
        </pc:spChg>
        <pc:spChg chg="add">
          <ac:chgData name="Nabila Pindya,  (Nabila, Student M-BIT)" userId="a906136f-af18-41ad-b9e6-dd4adeb7aa30" providerId="ADAL" clId="{6BEAACE0-8873-4FFB-A537-74E1DA995785}" dt="2023-01-31T11:36:04" v="187" actId="26606"/>
          <ac:spMkLst>
            <pc:docMk/>
            <pc:sldMk cId="663166732" sldId="265"/>
            <ac:spMk id="48" creationId="{2F42E55F-A297-474F-AF2D-6D3A15822BCA}"/>
          </ac:spMkLst>
        </pc:spChg>
        <pc:grpChg chg="add del">
          <ac:chgData name="Nabila Pindya,  (Nabila, Student M-BIT)" userId="a906136f-af18-41ad-b9e6-dd4adeb7aa30" providerId="ADAL" clId="{6BEAACE0-8873-4FFB-A537-74E1DA995785}" dt="2023-01-31T11:36:04" v="187" actId="26606"/>
          <ac:grpSpMkLst>
            <pc:docMk/>
            <pc:sldMk cId="663166732" sldId="265"/>
            <ac:grpSpMk id="10" creationId="{D6A77139-BADB-4B2C-BD41-B67A4D37D758}"/>
          </ac:grpSpMkLst>
        </pc:grpChg>
        <pc:grpChg chg="add del">
          <ac:chgData name="Nabila Pindya,  (Nabila, Student M-BIT)" userId="a906136f-af18-41ad-b9e6-dd4adeb7aa30" providerId="ADAL" clId="{6BEAACE0-8873-4FFB-A537-74E1DA995785}" dt="2023-01-31T11:36:04" v="187" actId="26606"/>
          <ac:grpSpMkLst>
            <pc:docMk/>
            <pc:sldMk cId="663166732" sldId="265"/>
            <ac:grpSpMk id="22" creationId="{2786ABD8-AB9F-46F2-A7D9-36F1F7338CF9}"/>
          </ac:grpSpMkLst>
        </pc:grpChg>
        <pc:grpChg chg="add del">
          <ac:chgData name="Nabila Pindya,  (Nabila, Student M-BIT)" userId="a906136f-af18-41ad-b9e6-dd4adeb7aa30" providerId="ADAL" clId="{6BEAACE0-8873-4FFB-A537-74E1DA995785}" dt="2023-01-31T11:36:02.727" v="184" actId="26606"/>
          <ac:grpSpMkLst>
            <pc:docMk/>
            <pc:sldMk cId="663166732" sldId="265"/>
            <ac:grpSpMk id="35" creationId="{972070F7-E065-4D60-8938-9FB8CDB8ACB0}"/>
          </ac:grpSpMkLst>
        </pc:grpChg>
        <pc:grpChg chg="add del">
          <ac:chgData name="Nabila Pindya,  (Nabila, Student M-BIT)" userId="a906136f-af18-41ad-b9e6-dd4adeb7aa30" providerId="ADAL" clId="{6BEAACE0-8873-4FFB-A537-74E1DA995785}" dt="2023-01-31T11:36:03.989" v="186" actId="26606"/>
          <ac:grpSpMkLst>
            <pc:docMk/>
            <pc:sldMk cId="663166732" sldId="265"/>
            <ac:grpSpMk id="42" creationId="{C5314570-9B06-4D37-8CBD-EDD67C2FA205}"/>
          </ac:grpSpMkLst>
        </pc:grpChg>
        <pc:grpChg chg="add">
          <ac:chgData name="Nabila Pindya,  (Nabila, Student M-BIT)" userId="a906136f-af18-41ad-b9e6-dd4adeb7aa30" providerId="ADAL" clId="{6BEAACE0-8873-4FFB-A537-74E1DA995785}" dt="2023-01-31T11:36:04" v="187" actId="26606"/>
          <ac:grpSpMkLst>
            <pc:docMk/>
            <pc:sldMk cId="663166732" sldId="265"/>
            <ac:grpSpMk id="49" creationId="{972070F7-E065-4D60-8938-9FB8CDB8ACB0}"/>
          </ac:grpSpMkLst>
        </pc:grpChg>
        <pc:picChg chg="mod">
          <ac:chgData name="Nabila Pindya,  (Nabila, Student M-BIT)" userId="a906136f-af18-41ad-b9e6-dd4adeb7aa30" providerId="ADAL" clId="{6BEAACE0-8873-4FFB-A537-74E1DA995785}" dt="2023-01-31T12:53:59.529" v="227" actId="1076"/>
          <ac:picMkLst>
            <pc:docMk/>
            <pc:sldMk cId="663166732" sldId="265"/>
            <ac:picMk id="3" creationId="{6C8EBDEC-4E78-F62E-7B6E-E8946754E5AB}"/>
          </ac:picMkLst>
        </pc:picChg>
        <pc:picChg chg="add mod ord modCrop">
          <ac:chgData name="Nabila Pindya,  (Nabila, Student M-BIT)" userId="a906136f-af18-41ad-b9e6-dd4adeb7aa30" providerId="ADAL" clId="{6BEAACE0-8873-4FFB-A537-74E1DA995785}" dt="2023-01-31T12:53:55.335" v="226" actId="1076"/>
          <ac:picMkLst>
            <pc:docMk/>
            <pc:sldMk cId="663166732" sldId="265"/>
            <ac:picMk id="5" creationId="{2D354C84-2ABF-FE21-80FE-D74A999690CE}"/>
          </ac:picMkLst>
        </pc:picChg>
        <pc:picChg chg="mod ord">
          <ac:chgData name="Nabila Pindya,  (Nabila, Student M-BIT)" userId="a906136f-af18-41ad-b9e6-dd4adeb7aa30" providerId="ADAL" clId="{6BEAACE0-8873-4FFB-A537-74E1DA995785}" dt="2023-01-31T12:53:53.758" v="225" actId="1076"/>
          <ac:picMkLst>
            <pc:docMk/>
            <pc:sldMk cId="663166732" sldId="265"/>
            <ac:picMk id="7" creationId="{5483C1C7-D960-AD99-4B72-3BD58A85D470}"/>
          </ac:picMkLst>
        </pc:picChg>
      </pc:sldChg>
      <pc:sldChg chg="addSp delSp modSp new del mod">
        <pc:chgData name="Nabila Pindya,  (Nabila, Student M-BIT)" userId="a906136f-af18-41ad-b9e6-dd4adeb7aa30" providerId="ADAL" clId="{6BEAACE0-8873-4FFB-A537-74E1DA995785}" dt="2023-01-31T12:46:22.508" v="224" actId="47"/>
        <pc:sldMkLst>
          <pc:docMk/>
          <pc:sldMk cId="4250253004" sldId="266"/>
        </pc:sldMkLst>
        <pc:spChg chg="del">
          <ac:chgData name="Nabila Pindya,  (Nabila, Student M-BIT)" userId="a906136f-af18-41ad-b9e6-dd4adeb7aa30" providerId="ADAL" clId="{6BEAACE0-8873-4FFB-A537-74E1DA995785}" dt="2023-01-29T17:59:45.625" v="27" actId="22"/>
          <ac:spMkLst>
            <pc:docMk/>
            <pc:sldMk cId="4250253004" sldId="266"/>
            <ac:spMk id="3" creationId="{A4EF2511-A817-B64D-4478-332404FCFAE3}"/>
          </ac:spMkLst>
        </pc:spChg>
        <pc:picChg chg="add mod ord">
          <ac:chgData name="Nabila Pindya,  (Nabila, Student M-BIT)" userId="a906136f-af18-41ad-b9e6-dd4adeb7aa30" providerId="ADAL" clId="{6BEAACE0-8873-4FFB-A537-74E1DA995785}" dt="2023-01-29T18:00:04.120" v="30" actId="1076"/>
          <ac:picMkLst>
            <pc:docMk/>
            <pc:sldMk cId="4250253004" sldId="266"/>
            <ac:picMk id="5" creationId="{8DE4641C-6527-3B6C-C63F-7AB2400A5A18}"/>
          </ac:picMkLst>
        </pc:picChg>
        <pc:picChg chg="add mod">
          <ac:chgData name="Nabila Pindya,  (Nabila, Student M-BIT)" userId="a906136f-af18-41ad-b9e6-dd4adeb7aa30" providerId="ADAL" clId="{6BEAACE0-8873-4FFB-A537-74E1DA995785}" dt="2023-01-29T18:00:05.239" v="31" actId="1076"/>
          <ac:picMkLst>
            <pc:docMk/>
            <pc:sldMk cId="4250253004" sldId="266"/>
            <ac:picMk id="7" creationId="{CC7F87A5-49EF-350A-AECE-4040FFA7AE27}"/>
          </ac:picMkLst>
        </pc:picChg>
      </pc:sldChg>
      <pc:sldChg chg="new">
        <pc:chgData name="Nabila Pindya,  (Nabila, Student M-BIT)" userId="a906136f-af18-41ad-b9e6-dd4adeb7aa30" providerId="ADAL" clId="{6BEAACE0-8873-4FFB-A537-74E1DA995785}" dt="2023-01-29T17:57:36.055" v="20" actId="680"/>
        <pc:sldMkLst>
          <pc:docMk/>
          <pc:sldMk cId="467255078" sldId="267"/>
        </pc:sldMkLst>
      </pc:sldChg>
      <pc:sldChg chg="new">
        <pc:chgData name="Nabila Pindya,  (Nabila, Student M-BIT)" userId="a906136f-af18-41ad-b9e6-dd4adeb7aa30" providerId="ADAL" clId="{6BEAACE0-8873-4FFB-A537-74E1DA995785}" dt="2023-01-29T17:57:36.307" v="21" actId="680"/>
        <pc:sldMkLst>
          <pc:docMk/>
          <pc:sldMk cId="1191073328" sldId="268"/>
        </pc:sldMkLst>
      </pc:sldChg>
      <pc:sldChg chg="new">
        <pc:chgData name="Nabila Pindya,  (Nabila, Student M-BIT)" userId="a906136f-af18-41ad-b9e6-dd4adeb7aa30" providerId="ADAL" clId="{6BEAACE0-8873-4FFB-A537-74E1DA995785}" dt="2023-01-29T17:57:36.525" v="22" actId="680"/>
        <pc:sldMkLst>
          <pc:docMk/>
          <pc:sldMk cId="4003030264" sldId="269"/>
        </pc:sldMkLst>
      </pc:sldChg>
      <pc:sldChg chg="new">
        <pc:chgData name="Nabila Pindya,  (Nabila, Student M-BIT)" userId="a906136f-af18-41ad-b9e6-dd4adeb7aa30" providerId="ADAL" clId="{6BEAACE0-8873-4FFB-A537-74E1DA995785}" dt="2023-01-29T17:57:36.543" v="23" actId="680"/>
        <pc:sldMkLst>
          <pc:docMk/>
          <pc:sldMk cId="1723895384" sldId="270"/>
        </pc:sldMkLst>
      </pc:sldChg>
      <pc:sldChg chg="new">
        <pc:chgData name="Nabila Pindya,  (Nabila, Student M-BIT)" userId="a906136f-af18-41ad-b9e6-dd4adeb7aa30" providerId="ADAL" clId="{6BEAACE0-8873-4FFB-A537-74E1DA995785}" dt="2023-01-29T17:57:36.934" v="24" actId="680"/>
        <pc:sldMkLst>
          <pc:docMk/>
          <pc:sldMk cId="1747759630" sldId="271"/>
        </pc:sldMkLst>
      </pc:sldChg>
      <pc:sldChg chg="new">
        <pc:chgData name="Nabila Pindya,  (Nabila, Student M-BIT)" userId="a906136f-af18-41ad-b9e6-dd4adeb7aa30" providerId="ADAL" clId="{6BEAACE0-8873-4FFB-A537-74E1DA995785}" dt="2023-01-29T17:57:37.079" v="25" actId="680"/>
        <pc:sldMkLst>
          <pc:docMk/>
          <pc:sldMk cId="2560855113" sldId="272"/>
        </pc:sldMkLst>
      </pc:sldChg>
      <pc:sldChg chg="addSp delSp modSp new mod">
        <pc:chgData name="Nabila Pindya,  (Nabila, Student M-BIT)" userId="a906136f-af18-41ad-b9e6-dd4adeb7aa30" providerId="ADAL" clId="{6BEAACE0-8873-4FFB-A537-74E1DA995785}" dt="2023-01-29T18:07:43.603" v="39" actId="22"/>
        <pc:sldMkLst>
          <pc:docMk/>
          <pc:sldMk cId="2507691112" sldId="280"/>
        </pc:sldMkLst>
        <pc:spChg chg="del">
          <ac:chgData name="Nabila Pindya,  (Nabila, Student M-BIT)" userId="a906136f-af18-41ad-b9e6-dd4adeb7aa30" providerId="ADAL" clId="{6BEAACE0-8873-4FFB-A537-74E1DA995785}" dt="2023-01-29T18:07:43.603" v="39" actId="22"/>
          <ac:spMkLst>
            <pc:docMk/>
            <pc:sldMk cId="2507691112" sldId="280"/>
            <ac:spMk id="3" creationId="{988BAA59-BBD0-41B9-2C36-F23200766EBE}"/>
          </ac:spMkLst>
        </pc:spChg>
        <pc:picChg chg="add mod ord">
          <ac:chgData name="Nabila Pindya,  (Nabila, Student M-BIT)" userId="a906136f-af18-41ad-b9e6-dd4adeb7aa30" providerId="ADAL" clId="{6BEAACE0-8873-4FFB-A537-74E1DA995785}" dt="2023-01-29T18:07:43.603" v="39" actId="22"/>
          <ac:picMkLst>
            <pc:docMk/>
            <pc:sldMk cId="2507691112" sldId="280"/>
            <ac:picMk id="5" creationId="{4C9DCF43-D1F0-08E5-C95A-FE31CB704376}"/>
          </ac:picMkLst>
        </pc:picChg>
      </pc:sldChg>
      <pc:sldChg chg="addSp new mod">
        <pc:chgData name="Nabila Pindya,  (Nabila, Student M-BIT)" userId="a906136f-af18-41ad-b9e6-dd4adeb7aa30" providerId="ADAL" clId="{6BEAACE0-8873-4FFB-A537-74E1DA995785}" dt="2023-01-30T09:44:46.664" v="41" actId="22"/>
        <pc:sldMkLst>
          <pc:docMk/>
          <pc:sldMk cId="1791923524" sldId="284"/>
        </pc:sldMkLst>
        <pc:picChg chg="add">
          <ac:chgData name="Nabila Pindya,  (Nabila, Student M-BIT)" userId="a906136f-af18-41ad-b9e6-dd4adeb7aa30" providerId="ADAL" clId="{6BEAACE0-8873-4FFB-A537-74E1DA995785}" dt="2023-01-30T09:44:46.664" v="41" actId="22"/>
          <ac:picMkLst>
            <pc:docMk/>
            <pc:sldMk cId="1791923524" sldId="284"/>
            <ac:picMk id="5" creationId="{46B8387F-3DBC-C326-8808-5159CCE56D08}"/>
          </ac:picMkLst>
        </pc:picChg>
      </pc:sldChg>
      <pc:sldChg chg="addSp new mod">
        <pc:chgData name="Nabila Pindya,  (Nabila, Student M-BIT)" userId="a906136f-af18-41ad-b9e6-dd4adeb7aa30" providerId="ADAL" clId="{6BEAACE0-8873-4FFB-A537-74E1DA995785}" dt="2023-01-30T10:03:52.474" v="50" actId="22"/>
        <pc:sldMkLst>
          <pc:docMk/>
          <pc:sldMk cId="3587669235" sldId="285"/>
        </pc:sldMkLst>
        <pc:picChg chg="add">
          <ac:chgData name="Nabila Pindya,  (Nabila, Student M-BIT)" userId="a906136f-af18-41ad-b9e6-dd4adeb7aa30" providerId="ADAL" clId="{6BEAACE0-8873-4FFB-A537-74E1DA995785}" dt="2023-01-30T10:03:52.474" v="50" actId="22"/>
          <ac:picMkLst>
            <pc:docMk/>
            <pc:sldMk cId="3587669235" sldId="285"/>
            <ac:picMk id="5" creationId="{D46DC867-4E24-DA87-C0E2-9FD79C22C9E6}"/>
          </ac:picMkLst>
        </pc:picChg>
      </pc:sldChg>
      <pc:sldChg chg="new">
        <pc:chgData name="Nabila Pindya,  (Nabila, Student M-BIT)" userId="a906136f-af18-41ad-b9e6-dd4adeb7aa30" providerId="ADAL" clId="{6BEAACE0-8873-4FFB-A537-74E1DA995785}" dt="2023-01-31T11:21:03.632" v="51" actId="680"/>
        <pc:sldMkLst>
          <pc:docMk/>
          <pc:sldMk cId="2670755802" sldId="301"/>
        </pc:sldMkLst>
      </pc:sldChg>
      <pc:sldChg chg="addSp delSp modSp new mod setBg">
        <pc:chgData name="Nabila Pindya,  (Nabila, Student M-BIT)" userId="a906136f-af18-41ad-b9e6-dd4adeb7aa30" providerId="ADAL" clId="{6BEAACE0-8873-4FFB-A537-74E1DA995785}" dt="2023-01-31T13:21:40.064" v="545" actId="26606"/>
        <pc:sldMkLst>
          <pc:docMk/>
          <pc:sldMk cId="2979378763" sldId="302"/>
        </pc:sldMkLst>
        <pc:spChg chg="mod ord">
          <ac:chgData name="Nabila Pindya,  (Nabila, Student M-BIT)" userId="a906136f-af18-41ad-b9e6-dd4adeb7aa30" providerId="ADAL" clId="{6BEAACE0-8873-4FFB-A537-74E1DA995785}" dt="2023-01-31T13:21:40.064" v="545" actId="26606"/>
          <ac:spMkLst>
            <pc:docMk/>
            <pc:sldMk cId="2979378763" sldId="302"/>
            <ac:spMk id="2" creationId="{9E6DDDA6-2AB8-2DCE-BABA-502D4C31A167}"/>
          </ac:spMkLst>
        </pc:spChg>
        <pc:spChg chg="del">
          <ac:chgData name="Nabila Pindya,  (Nabila, Student M-BIT)" userId="a906136f-af18-41ad-b9e6-dd4adeb7aa30" providerId="ADAL" clId="{6BEAACE0-8873-4FFB-A537-74E1DA995785}" dt="2023-01-31T11:24:43.374" v="53" actId="22"/>
          <ac:spMkLst>
            <pc:docMk/>
            <pc:sldMk cId="2979378763" sldId="302"/>
            <ac:spMk id="3" creationId="{EB42551A-A4F1-30ED-E5DE-264C0542A86A}"/>
          </ac:spMkLst>
        </pc:spChg>
        <pc:spChg chg="add del mod">
          <ac:chgData name="Nabila Pindya,  (Nabila, Student M-BIT)" userId="a906136f-af18-41ad-b9e6-dd4adeb7aa30" providerId="ADAL" clId="{6BEAACE0-8873-4FFB-A537-74E1DA995785}" dt="2023-01-31T11:26:06.397" v="61" actId="22"/>
          <ac:spMkLst>
            <pc:docMk/>
            <pc:sldMk cId="2979378763" sldId="302"/>
            <ac:spMk id="11" creationId="{628EA281-28D8-6E33-ACD0-DAF463533831}"/>
          </ac:spMkLst>
        </pc:spChg>
        <pc:picChg chg="add del mod ord">
          <ac:chgData name="Nabila Pindya,  (Nabila, Student M-BIT)" userId="a906136f-af18-41ad-b9e6-dd4adeb7aa30" providerId="ADAL" clId="{6BEAACE0-8873-4FFB-A537-74E1DA995785}" dt="2023-01-31T11:25:48.484" v="60" actId="478"/>
          <ac:picMkLst>
            <pc:docMk/>
            <pc:sldMk cId="2979378763" sldId="302"/>
            <ac:picMk id="5" creationId="{057A6E3C-408F-403F-8C59-DDA94281F8DA}"/>
          </ac:picMkLst>
        </pc:picChg>
        <pc:picChg chg="add mod">
          <ac:chgData name="Nabila Pindya,  (Nabila, Student M-BIT)" userId="a906136f-af18-41ad-b9e6-dd4adeb7aa30" providerId="ADAL" clId="{6BEAACE0-8873-4FFB-A537-74E1DA995785}" dt="2023-01-31T13:21:40.064" v="545" actId="26606"/>
          <ac:picMkLst>
            <pc:docMk/>
            <pc:sldMk cId="2979378763" sldId="302"/>
            <ac:picMk id="7" creationId="{C2C75CC4-8701-6EB0-E579-7509BB0B0FBB}"/>
          </ac:picMkLst>
        </pc:picChg>
        <pc:picChg chg="add del mod">
          <ac:chgData name="Nabila Pindya,  (Nabila, Student M-BIT)" userId="a906136f-af18-41ad-b9e6-dd4adeb7aa30" providerId="ADAL" clId="{6BEAACE0-8873-4FFB-A537-74E1DA995785}" dt="2023-01-31T11:25:47.080" v="59" actId="478"/>
          <ac:picMkLst>
            <pc:docMk/>
            <pc:sldMk cId="2979378763" sldId="302"/>
            <ac:picMk id="9" creationId="{25D92127-9758-64DF-66EF-9E0ACBCAB690}"/>
          </ac:picMkLst>
        </pc:picChg>
        <pc:picChg chg="add mod ord">
          <ac:chgData name="Nabila Pindya,  (Nabila, Student M-BIT)" userId="a906136f-af18-41ad-b9e6-dd4adeb7aa30" providerId="ADAL" clId="{6BEAACE0-8873-4FFB-A537-74E1DA995785}" dt="2023-01-31T13:21:40.064" v="545" actId="26606"/>
          <ac:picMkLst>
            <pc:docMk/>
            <pc:sldMk cId="2979378763" sldId="302"/>
            <ac:picMk id="13" creationId="{A964B454-8508-F3C3-3904-637D17F21E5B}"/>
          </ac:picMkLst>
        </pc:picChg>
        <pc:picChg chg="add mod">
          <ac:chgData name="Nabila Pindya,  (Nabila, Student M-BIT)" userId="a906136f-af18-41ad-b9e6-dd4adeb7aa30" providerId="ADAL" clId="{6BEAACE0-8873-4FFB-A537-74E1DA995785}" dt="2023-01-31T13:21:40.064" v="545" actId="26606"/>
          <ac:picMkLst>
            <pc:docMk/>
            <pc:sldMk cId="2979378763" sldId="302"/>
            <ac:picMk id="15" creationId="{6598015A-4D7A-FDB0-3317-B4FBF36D1780}"/>
          </ac:picMkLst>
        </pc:picChg>
        <pc:picChg chg="add mod ord">
          <ac:chgData name="Nabila Pindya,  (Nabila, Student M-BIT)" userId="a906136f-af18-41ad-b9e6-dd4adeb7aa30" providerId="ADAL" clId="{6BEAACE0-8873-4FFB-A537-74E1DA995785}" dt="2023-01-31T13:21:40.064" v="545" actId="26606"/>
          <ac:picMkLst>
            <pc:docMk/>
            <pc:sldMk cId="2979378763" sldId="302"/>
            <ac:picMk id="17" creationId="{117D9D2A-6708-DBC8-222F-1B1352EEE2EF}"/>
          </ac:picMkLst>
        </pc:picChg>
      </pc:sldChg>
      <pc:sldChg chg="addSp delSp modSp mod">
        <pc:chgData name="Nabila Pindya,  (Nabila, Student M-BIT)" userId="a906136f-af18-41ad-b9e6-dd4adeb7aa30" providerId="ADAL" clId="{6BEAACE0-8873-4FFB-A537-74E1DA995785}" dt="2023-01-31T12:01:44.354" v="223" actId="14100"/>
        <pc:sldMkLst>
          <pc:docMk/>
          <pc:sldMk cId="2031046911" sldId="303"/>
        </pc:sldMkLst>
        <pc:spChg chg="del">
          <ac:chgData name="Nabila Pindya,  (Nabila, Student M-BIT)" userId="a906136f-af18-41ad-b9e6-dd4adeb7aa30" providerId="ADAL" clId="{6BEAACE0-8873-4FFB-A537-74E1DA995785}" dt="2023-01-31T11:59:23.808" v="214" actId="22"/>
          <ac:spMkLst>
            <pc:docMk/>
            <pc:sldMk cId="2031046911" sldId="303"/>
            <ac:spMk id="3" creationId="{E0C95ED7-8E7D-79D2-A904-21C843ABF849}"/>
          </ac:spMkLst>
        </pc:spChg>
        <pc:spChg chg="add mod">
          <ac:chgData name="Nabila Pindya,  (Nabila, Student M-BIT)" userId="a906136f-af18-41ad-b9e6-dd4adeb7aa30" providerId="ADAL" clId="{6BEAACE0-8873-4FFB-A537-74E1DA995785}" dt="2023-01-31T12:01:00.088" v="216" actId="478"/>
          <ac:spMkLst>
            <pc:docMk/>
            <pc:sldMk cId="2031046911" sldId="303"/>
            <ac:spMk id="9" creationId="{86BCBB56-0EAF-29F1-500D-B87CBA2BC95C}"/>
          </ac:spMkLst>
        </pc:spChg>
        <pc:picChg chg="mod">
          <ac:chgData name="Nabila Pindya,  (Nabila, Student M-BIT)" userId="a906136f-af18-41ad-b9e6-dd4adeb7aa30" providerId="ADAL" clId="{6BEAACE0-8873-4FFB-A537-74E1DA995785}" dt="2023-01-31T12:01:44.354" v="223" actId="14100"/>
          <ac:picMkLst>
            <pc:docMk/>
            <pc:sldMk cId="2031046911" sldId="303"/>
            <ac:picMk id="4" creationId="{D39B97A5-68E2-552C-3526-37CEF2364D78}"/>
          </ac:picMkLst>
        </pc:picChg>
        <pc:picChg chg="add del mod ord">
          <ac:chgData name="Nabila Pindya,  (Nabila, Student M-BIT)" userId="a906136f-af18-41ad-b9e6-dd4adeb7aa30" providerId="ADAL" clId="{6BEAACE0-8873-4FFB-A537-74E1DA995785}" dt="2023-01-31T12:01:00.088" v="216" actId="478"/>
          <ac:picMkLst>
            <pc:docMk/>
            <pc:sldMk cId="2031046911" sldId="303"/>
            <ac:picMk id="7" creationId="{E8B8ED21-E271-976D-F2DD-F9E530769E6E}"/>
          </ac:picMkLst>
        </pc:picChg>
        <pc:picChg chg="add mod">
          <ac:chgData name="Nabila Pindya,  (Nabila, Student M-BIT)" userId="a906136f-af18-41ad-b9e6-dd4adeb7aa30" providerId="ADAL" clId="{6BEAACE0-8873-4FFB-A537-74E1DA995785}" dt="2023-01-31T12:01:38.791" v="222" actId="14100"/>
          <ac:picMkLst>
            <pc:docMk/>
            <pc:sldMk cId="2031046911" sldId="303"/>
            <ac:picMk id="11" creationId="{C595E661-3C2D-7E29-AE82-F3B60CF308A9}"/>
          </ac:picMkLst>
        </pc:picChg>
      </pc:sldChg>
      <pc:sldChg chg="addSp delSp modSp new mod">
        <pc:chgData name="Nabila Pindya,  (Nabila, Student M-BIT)" userId="a906136f-af18-41ad-b9e6-dd4adeb7aa30" providerId="ADAL" clId="{6BEAACE0-8873-4FFB-A537-74E1DA995785}" dt="2023-01-31T11:30:49.040" v="145" actId="478"/>
        <pc:sldMkLst>
          <pc:docMk/>
          <pc:sldMk cId="1978368622" sldId="304"/>
        </pc:sldMkLst>
        <pc:spChg chg="del">
          <ac:chgData name="Nabila Pindya,  (Nabila, Student M-BIT)" userId="a906136f-af18-41ad-b9e6-dd4adeb7aa30" providerId="ADAL" clId="{6BEAACE0-8873-4FFB-A537-74E1DA995785}" dt="2023-01-31T11:30:49.040" v="145" actId="478"/>
          <ac:spMkLst>
            <pc:docMk/>
            <pc:sldMk cId="1978368622" sldId="304"/>
            <ac:spMk id="2" creationId="{E1FDF0F8-BC3D-385D-9C05-B52341AB514F}"/>
          </ac:spMkLst>
        </pc:spChg>
        <pc:spChg chg="del">
          <ac:chgData name="Nabila Pindya,  (Nabila, Student M-BIT)" userId="a906136f-af18-41ad-b9e6-dd4adeb7aa30" providerId="ADAL" clId="{6BEAACE0-8873-4FFB-A537-74E1DA995785}" dt="2023-01-31T11:29:05.061" v="133" actId="22"/>
          <ac:spMkLst>
            <pc:docMk/>
            <pc:sldMk cId="1978368622" sldId="304"/>
            <ac:spMk id="3" creationId="{AC29A17B-F1A0-32C4-6037-393BD2AD7D7B}"/>
          </ac:spMkLst>
        </pc:spChg>
        <pc:picChg chg="add del mod">
          <ac:chgData name="Nabila Pindya,  (Nabila, Student M-BIT)" userId="a906136f-af18-41ad-b9e6-dd4adeb7aa30" providerId="ADAL" clId="{6BEAACE0-8873-4FFB-A537-74E1DA995785}" dt="2023-01-31T11:28:50.660" v="132" actId="478"/>
          <ac:picMkLst>
            <pc:docMk/>
            <pc:sldMk cId="1978368622" sldId="304"/>
            <ac:picMk id="5" creationId="{6E90F34A-23A3-1AB6-E710-FFEA4228C137}"/>
          </ac:picMkLst>
        </pc:picChg>
        <pc:picChg chg="add mod ord">
          <ac:chgData name="Nabila Pindya,  (Nabila, Student M-BIT)" userId="a906136f-af18-41ad-b9e6-dd4adeb7aa30" providerId="ADAL" clId="{6BEAACE0-8873-4FFB-A537-74E1DA995785}" dt="2023-01-31T11:30:46.062" v="144" actId="1076"/>
          <ac:picMkLst>
            <pc:docMk/>
            <pc:sldMk cId="1978368622" sldId="304"/>
            <ac:picMk id="7" creationId="{EA423052-D11A-816A-D84A-34BA5637FEC9}"/>
          </ac:picMkLst>
        </pc:picChg>
        <pc:picChg chg="add mod">
          <ac:chgData name="Nabila Pindya,  (Nabila, Student M-BIT)" userId="a906136f-af18-41ad-b9e6-dd4adeb7aa30" providerId="ADAL" clId="{6BEAACE0-8873-4FFB-A537-74E1DA995785}" dt="2023-01-31T11:30:41.269" v="143" actId="1076"/>
          <ac:picMkLst>
            <pc:docMk/>
            <pc:sldMk cId="1978368622" sldId="304"/>
            <ac:picMk id="9" creationId="{76689F0F-C870-D1EA-5514-36F86A843D5E}"/>
          </ac:picMkLst>
        </pc:picChg>
      </pc:sldChg>
      <pc:sldChg chg="addSp modSp new del mod setBg">
        <pc:chgData name="Nabila Pindya,  (Nabila, Student M-BIT)" userId="a906136f-af18-41ad-b9e6-dd4adeb7aa30" providerId="ADAL" clId="{6BEAACE0-8873-4FFB-A537-74E1DA995785}" dt="2023-01-31T13:14:26.622" v="447" actId="47"/>
        <pc:sldMkLst>
          <pc:docMk/>
          <pc:sldMk cId="1551858100" sldId="306"/>
        </pc:sldMkLst>
        <pc:spChg chg="mod">
          <ac:chgData name="Nabila Pindya,  (Nabila, Student M-BIT)" userId="a906136f-af18-41ad-b9e6-dd4adeb7aa30" providerId="ADAL" clId="{6BEAACE0-8873-4FFB-A537-74E1DA995785}" dt="2023-01-31T11:32:37.203" v="171" actId="26606"/>
          <ac:spMkLst>
            <pc:docMk/>
            <pc:sldMk cId="1551858100" sldId="306"/>
            <ac:spMk id="2" creationId="{E167C0F0-FCF8-EE06-5D2C-0347A828C53D}"/>
          </ac:spMkLst>
        </pc:spChg>
        <pc:spChg chg="mod">
          <ac:chgData name="Nabila Pindya,  (Nabila, Student M-BIT)" userId="a906136f-af18-41ad-b9e6-dd4adeb7aa30" providerId="ADAL" clId="{6BEAACE0-8873-4FFB-A537-74E1DA995785}" dt="2023-01-31T11:32:37.203" v="171" actId="26606"/>
          <ac:spMkLst>
            <pc:docMk/>
            <pc:sldMk cId="1551858100" sldId="306"/>
            <ac:spMk id="3" creationId="{C0387B29-158F-D4E3-0331-C349C2CD1BBE}"/>
          </ac:spMkLst>
        </pc:spChg>
        <pc:spChg chg="add">
          <ac:chgData name="Nabila Pindya,  (Nabila, Student M-BIT)" userId="a906136f-af18-41ad-b9e6-dd4adeb7aa30" providerId="ADAL" clId="{6BEAACE0-8873-4FFB-A537-74E1DA995785}" dt="2023-01-31T11:32:37.203" v="171" actId="26606"/>
          <ac:spMkLst>
            <pc:docMk/>
            <pc:sldMk cId="1551858100" sldId="306"/>
            <ac:spMk id="8" creationId="{87BF42CA-AD55-48B4-8949-C4DCA60A6AEE}"/>
          </ac:spMkLst>
        </pc:spChg>
        <pc:spChg chg="add">
          <ac:chgData name="Nabila Pindya,  (Nabila, Student M-BIT)" userId="a906136f-af18-41ad-b9e6-dd4adeb7aa30" providerId="ADAL" clId="{6BEAACE0-8873-4FFB-A537-74E1DA995785}" dt="2023-01-31T11:32:37.203" v="171" actId="26606"/>
          <ac:spMkLst>
            <pc:docMk/>
            <pc:sldMk cId="1551858100" sldId="306"/>
            <ac:spMk id="10" creationId="{66AE1D3D-3106-4CB2-AA7C-0C1642AC0F2E}"/>
          </ac:spMkLst>
        </pc:spChg>
        <pc:grpChg chg="add">
          <ac:chgData name="Nabila Pindya,  (Nabila, Student M-BIT)" userId="a906136f-af18-41ad-b9e6-dd4adeb7aa30" providerId="ADAL" clId="{6BEAACE0-8873-4FFB-A537-74E1DA995785}" dt="2023-01-31T11:32:37.203" v="171" actId="26606"/>
          <ac:grpSpMkLst>
            <pc:docMk/>
            <pc:sldMk cId="1551858100" sldId="306"/>
            <ac:grpSpMk id="12" creationId="{0A31B6AF-B711-4CDB-8C2B-16E963DDC4C5}"/>
          </ac:grpSpMkLst>
        </pc:grpChg>
      </pc:sldChg>
      <pc:sldChg chg="modSp mod">
        <pc:chgData name="Nabila Pindya,  (Nabila, Student M-BIT)" userId="a906136f-af18-41ad-b9e6-dd4adeb7aa30" providerId="ADAL" clId="{6BEAACE0-8873-4FFB-A537-74E1DA995785}" dt="2023-01-31T13:02:09.299" v="246" actId="20577"/>
        <pc:sldMkLst>
          <pc:docMk/>
          <pc:sldMk cId="1911468264" sldId="308"/>
        </pc:sldMkLst>
        <pc:spChg chg="mod">
          <ac:chgData name="Nabila Pindya,  (Nabila, Student M-BIT)" userId="a906136f-af18-41ad-b9e6-dd4adeb7aa30" providerId="ADAL" clId="{6BEAACE0-8873-4FFB-A537-74E1DA995785}" dt="2023-01-31T13:02:09.299" v="246" actId="20577"/>
          <ac:spMkLst>
            <pc:docMk/>
            <pc:sldMk cId="1911468264" sldId="308"/>
            <ac:spMk id="22" creationId="{00000000-0000-0000-0000-000000000000}"/>
          </ac:spMkLst>
        </pc:spChg>
      </pc:sldChg>
      <pc:sldChg chg="modSp mod">
        <pc:chgData name="Nabila Pindya,  (Nabila, Student M-BIT)" userId="a906136f-af18-41ad-b9e6-dd4adeb7aa30" providerId="ADAL" clId="{6BEAACE0-8873-4FFB-A537-74E1DA995785}" dt="2023-01-31T13:12:52.080" v="394" actId="255"/>
        <pc:sldMkLst>
          <pc:docMk/>
          <pc:sldMk cId="2505344460" sldId="311"/>
        </pc:sldMkLst>
        <pc:spChg chg="mod">
          <ac:chgData name="Nabila Pindya,  (Nabila, Student M-BIT)" userId="a906136f-af18-41ad-b9e6-dd4adeb7aa30" providerId="ADAL" clId="{6BEAACE0-8873-4FFB-A537-74E1DA995785}" dt="2023-01-31T13:12:52.080" v="394" actId="255"/>
          <ac:spMkLst>
            <pc:docMk/>
            <pc:sldMk cId="2505344460" sldId="311"/>
            <ac:spMk id="22" creationId="{00000000-0000-0000-0000-000000000000}"/>
          </ac:spMkLst>
        </pc:spChg>
      </pc:sldChg>
      <pc:sldChg chg="new del">
        <pc:chgData name="Nabila Pindya,  (Nabila, Student M-BIT)" userId="a906136f-af18-41ad-b9e6-dd4adeb7aa30" providerId="ADAL" clId="{6BEAACE0-8873-4FFB-A537-74E1DA995785}" dt="2023-01-31T13:13:44.764" v="397" actId="47"/>
        <pc:sldMkLst>
          <pc:docMk/>
          <pc:sldMk cId="2830621819" sldId="313"/>
        </pc:sldMkLst>
      </pc:sldChg>
      <pc:sldChg chg="add del">
        <pc:chgData name="Nabila Pindya,  (Nabila, Student M-BIT)" userId="a906136f-af18-41ad-b9e6-dd4adeb7aa30" providerId="ADAL" clId="{6BEAACE0-8873-4FFB-A537-74E1DA995785}" dt="2023-01-31T13:13:51.940" v="399" actId="47"/>
        <pc:sldMkLst>
          <pc:docMk/>
          <pc:sldMk cId="2412826625" sldId="314"/>
        </pc:sldMkLst>
      </pc:sldChg>
      <pc:sldChg chg="modSp add mod">
        <pc:chgData name="Nabila Pindya,  (Nabila, Student M-BIT)" userId="a906136f-af18-41ad-b9e6-dd4adeb7aa30" providerId="ADAL" clId="{6BEAACE0-8873-4FFB-A537-74E1DA995785}" dt="2023-01-31T13:17:44.722" v="544" actId="20577"/>
        <pc:sldMkLst>
          <pc:docMk/>
          <pc:sldMk cId="1900441215" sldId="315"/>
        </pc:sldMkLst>
        <pc:spChg chg="mod">
          <ac:chgData name="Nabila Pindya,  (Nabila, Student M-BIT)" userId="a906136f-af18-41ad-b9e6-dd4adeb7aa30" providerId="ADAL" clId="{6BEAACE0-8873-4FFB-A537-74E1DA995785}" dt="2023-01-31T13:15:32.552" v="498" actId="1076"/>
          <ac:spMkLst>
            <pc:docMk/>
            <pc:sldMk cId="1900441215" sldId="315"/>
            <ac:spMk id="14" creationId="{00000000-0000-0000-0000-000000000000}"/>
          </ac:spMkLst>
        </pc:spChg>
        <pc:spChg chg="mod">
          <ac:chgData name="Nabila Pindya,  (Nabila, Student M-BIT)" userId="a906136f-af18-41ad-b9e6-dd4adeb7aa30" providerId="ADAL" clId="{6BEAACE0-8873-4FFB-A537-74E1DA995785}" dt="2023-01-31T13:15:07.627" v="496" actId="122"/>
          <ac:spMkLst>
            <pc:docMk/>
            <pc:sldMk cId="1900441215" sldId="315"/>
            <ac:spMk id="20" creationId="{00000000-0000-0000-0000-000000000000}"/>
          </ac:spMkLst>
        </pc:spChg>
        <pc:spChg chg="mod">
          <ac:chgData name="Nabila Pindya,  (Nabila, Student M-BIT)" userId="a906136f-af18-41ad-b9e6-dd4adeb7aa30" providerId="ADAL" clId="{6BEAACE0-8873-4FFB-A537-74E1DA995785}" dt="2023-01-31T13:17:44.722" v="544" actId="20577"/>
          <ac:spMkLst>
            <pc:docMk/>
            <pc:sldMk cId="1900441215" sldId="315"/>
            <ac:spMk id="22" creationId="{00000000-0000-0000-0000-000000000000}"/>
          </ac:spMkLst>
        </pc:spChg>
      </pc:sldChg>
      <pc:sldChg chg="new del">
        <pc:chgData name="Nabila Pindya,  (Nabila, Student M-BIT)" userId="a906136f-af18-41ad-b9e6-dd4adeb7aa30" providerId="ADAL" clId="{6BEAACE0-8873-4FFB-A537-74E1DA995785}" dt="2023-01-31T13:22:40.332" v="555" actId="47"/>
        <pc:sldMkLst>
          <pc:docMk/>
          <pc:sldMk cId="676689469" sldId="316"/>
        </pc:sldMkLst>
      </pc:sldChg>
      <pc:sldChg chg="addSp delSp modSp add mod">
        <pc:chgData name="Nabila Pindya,  (Nabila, Student M-BIT)" userId="a906136f-af18-41ad-b9e6-dd4adeb7aa30" providerId="ADAL" clId="{6BEAACE0-8873-4FFB-A537-74E1DA995785}" dt="2023-01-31T13:24:13.237" v="575" actId="14100"/>
        <pc:sldMkLst>
          <pc:docMk/>
          <pc:sldMk cId="3443944426" sldId="317"/>
        </pc:sldMkLst>
        <pc:spChg chg="mod">
          <ac:chgData name="Nabila Pindya,  (Nabila, Student M-BIT)" userId="a906136f-af18-41ad-b9e6-dd4adeb7aa30" providerId="ADAL" clId="{6BEAACE0-8873-4FFB-A537-74E1DA995785}" dt="2023-01-31T13:24:13.237" v="575" actId="14100"/>
          <ac:spMkLst>
            <pc:docMk/>
            <pc:sldMk cId="3443944426" sldId="317"/>
            <ac:spMk id="20" creationId="{00000000-0000-0000-0000-000000000000}"/>
          </ac:spMkLst>
        </pc:spChg>
        <pc:spChg chg="del mod">
          <ac:chgData name="Nabila Pindya,  (Nabila, Student M-BIT)" userId="a906136f-af18-41ad-b9e6-dd4adeb7aa30" providerId="ADAL" clId="{6BEAACE0-8873-4FFB-A537-74E1DA995785}" dt="2023-01-31T13:22:21.147" v="553"/>
          <ac:spMkLst>
            <pc:docMk/>
            <pc:sldMk cId="3443944426" sldId="317"/>
            <ac:spMk id="22" creationId="{00000000-0000-0000-0000-000000000000}"/>
          </ac:spMkLst>
        </pc:spChg>
        <pc:picChg chg="add mod">
          <ac:chgData name="Nabila Pindya,  (Nabila, Student M-BIT)" userId="a906136f-af18-41ad-b9e6-dd4adeb7aa30" providerId="ADAL" clId="{6BEAACE0-8873-4FFB-A537-74E1DA995785}" dt="2023-01-31T13:22:20.089" v="551" actId="1076"/>
          <ac:picMkLst>
            <pc:docMk/>
            <pc:sldMk cId="3443944426" sldId="317"/>
            <ac:picMk id="2" creationId="{301A9AAA-EA13-FF07-1028-6405CB938F3E}"/>
          </ac:picMkLst>
        </pc:picChg>
        <pc:picChg chg="add mod">
          <ac:chgData name="Nabila Pindya,  (Nabila, Student M-BIT)" userId="a906136f-af18-41ad-b9e6-dd4adeb7aa30" providerId="ADAL" clId="{6BEAACE0-8873-4FFB-A537-74E1DA995785}" dt="2023-01-31T13:22:20.089" v="551" actId="1076"/>
          <ac:picMkLst>
            <pc:docMk/>
            <pc:sldMk cId="3443944426" sldId="317"/>
            <ac:picMk id="3" creationId="{5E4A2136-F635-B1AB-B382-FC7305CFB36D}"/>
          </ac:picMkLst>
        </pc:picChg>
        <pc:picChg chg="add mod">
          <ac:chgData name="Nabila Pindya,  (Nabila, Student M-BIT)" userId="a906136f-af18-41ad-b9e6-dd4adeb7aa30" providerId="ADAL" clId="{6BEAACE0-8873-4FFB-A537-74E1DA995785}" dt="2023-01-31T13:22:20.089" v="551" actId="1076"/>
          <ac:picMkLst>
            <pc:docMk/>
            <pc:sldMk cId="3443944426" sldId="317"/>
            <ac:picMk id="4" creationId="{C59605E2-41C8-B594-A988-BB498FA3D116}"/>
          </ac:picMkLst>
        </pc:picChg>
        <pc:picChg chg="add mod">
          <ac:chgData name="Nabila Pindya,  (Nabila, Student M-BIT)" userId="a906136f-af18-41ad-b9e6-dd4adeb7aa30" providerId="ADAL" clId="{6BEAACE0-8873-4FFB-A537-74E1DA995785}" dt="2023-01-31T13:22:20.089" v="551" actId="1076"/>
          <ac:picMkLst>
            <pc:docMk/>
            <pc:sldMk cId="3443944426" sldId="317"/>
            <ac:picMk id="5" creationId="{7C27BDAC-C13C-45A0-3559-9F71CC492473}"/>
          </ac:picMkLst>
        </pc:picChg>
      </pc:sldChg>
      <pc:sldMasterChg chg="delSldLayout">
        <pc:chgData name="Nabila Pindya,  (Nabila, Student M-BIT)" userId="a906136f-af18-41ad-b9e6-dd4adeb7aa30" providerId="ADAL" clId="{6BEAACE0-8873-4FFB-A537-74E1DA995785}" dt="2023-01-31T13:13:51.940" v="399" actId="47"/>
        <pc:sldMasterMkLst>
          <pc:docMk/>
          <pc:sldMasterMk cId="2460954070" sldId="2147483660"/>
        </pc:sldMasterMkLst>
        <pc:sldLayoutChg chg="del">
          <pc:chgData name="Nabila Pindya,  (Nabila, Student M-BIT)" userId="a906136f-af18-41ad-b9e6-dd4adeb7aa30" providerId="ADAL" clId="{6BEAACE0-8873-4FFB-A537-74E1DA995785}" dt="2023-01-31T13:13:51.940" v="399" actId="47"/>
          <pc:sldLayoutMkLst>
            <pc:docMk/>
            <pc:sldMasterMk cId="2460954070" sldId="2147483660"/>
            <pc:sldLayoutMk cId="236199477" sldId="2147483693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3472" y="0"/>
            <a:ext cx="211223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3074" name="Picture 2" descr="E:\002-KIMS BUSINESS\007-02-Fullslidesppt-Contents\20161228\02-edu\bulb-item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645" y="1250975"/>
            <a:ext cx="2112235" cy="4687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E:\002-KIMS BUSINESS\007-02-Fullslidesppt-Contents\20161228\02-edu\bulb-item.png"/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 bwMode="auto">
          <a:xfrm>
            <a:off x="1052646" y="1250975"/>
            <a:ext cx="1056117" cy="4687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5249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3472" y="0"/>
            <a:ext cx="211223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3074" name="Picture 2" descr="E:\002-KIMS BUSINESS\007-02-Fullslidesppt-Contents\20161228\02-edu\bulb-item2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314" y="3909054"/>
            <a:ext cx="1260665" cy="2797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80374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4533123"/>
            <a:ext cx="12192000" cy="23248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the title of your subtitle Here</a:t>
            </a:r>
          </a:p>
        </p:txBody>
      </p:sp>
      <p:sp>
        <p:nvSpPr>
          <p:cNvPr id="4" name="Oval 3"/>
          <p:cNvSpPr/>
          <p:nvPr userDrawn="1"/>
        </p:nvSpPr>
        <p:spPr>
          <a:xfrm>
            <a:off x="5391415" y="3813043"/>
            <a:ext cx="1440160" cy="1440160"/>
          </a:xfrm>
          <a:prstGeom prst="ellipse">
            <a:avLst/>
          </a:prstGeom>
          <a:solidFill>
            <a:schemeClr val="accent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5" name="Picture 2" descr="E:\002-KIMS BUSINESS\007-02-Fullslidesppt-Contents\20161228\02-edu\bulb-item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7409" y="4013590"/>
            <a:ext cx="468171" cy="1039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65653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the title of your subtitle Here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5" name="Rectangle 4"/>
          <p:cNvSpPr/>
          <p:nvPr userDrawn="1"/>
        </p:nvSpPr>
        <p:spPr>
          <a:xfrm>
            <a:off x="0" y="0"/>
            <a:ext cx="12192000" cy="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4186548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9684466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191344" y="123479"/>
            <a:ext cx="11809312" cy="6611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the title of your subtitle Here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0" y="1797032"/>
            <a:ext cx="2880320" cy="24960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103893" y="1797032"/>
            <a:ext cx="2880320" cy="24960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6207787" y="1797032"/>
            <a:ext cx="2880320" cy="24960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9311680" y="1797032"/>
            <a:ext cx="2880320" cy="24960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3" name="Rectangle 2"/>
          <p:cNvSpPr/>
          <p:nvPr userDrawn="1"/>
        </p:nvSpPr>
        <p:spPr>
          <a:xfrm>
            <a:off x="0" y="4293096"/>
            <a:ext cx="2880000" cy="21122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Rectangle 11"/>
          <p:cNvSpPr/>
          <p:nvPr userDrawn="1"/>
        </p:nvSpPr>
        <p:spPr>
          <a:xfrm>
            <a:off x="3104000" y="4293096"/>
            <a:ext cx="2880000" cy="21122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3" name="Rectangle 12"/>
          <p:cNvSpPr/>
          <p:nvPr userDrawn="1"/>
        </p:nvSpPr>
        <p:spPr>
          <a:xfrm>
            <a:off x="6208000" y="4293096"/>
            <a:ext cx="2880000" cy="21122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4" name="Rectangle 13"/>
          <p:cNvSpPr/>
          <p:nvPr userDrawn="1"/>
        </p:nvSpPr>
        <p:spPr>
          <a:xfrm>
            <a:off x="9312000" y="4293096"/>
            <a:ext cx="2880000" cy="21122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9452423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909485"/>
            <a:ext cx="12192000" cy="29485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the title of your subtitle Here</a:t>
            </a:r>
          </a:p>
        </p:txBody>
      </p:sp>
      <p:pic>
        <p:nvPicPr>
          <p:cNvPr id="5" name="Picture 3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7701" y="1508787"/>
            <a:ext cx="9640360" cy="4903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017974" y="2168343"/>
            <a:ext cx="4620289" cy="34168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3" name="Rectangle 2"/>
          <p:cNvSpPr/>
          <p:nvPr userDrawn="1"/>
        </p:nvSpPr>
        <p:spPr>
          <a:xfrm>
            <a:off x="623392" y="4485118"/>
            <a:ext cx="4032448" cy="1344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8162407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2346339"/>
            <a:ext cx="12192000" cy="29485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/>
          </a:p>
        </p:txBody>
      </p:sp>
      <p:pic>
        <p:nvPicPr>
          <p:cNvPr id="6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0944" y="1389641"/>
            <a:ext cx="3825696" cy="4632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840416" y="1566977"/>
            <a:ext cx="1344149" cy="34081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524359" y="1681512"/>
            <a:ext cx="2206355" cy="34081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49980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4079776" cy="6858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6480043" y="0"/>
            <a:ext cx="48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3" name="Rectangle 2"/>
          <p:cNvSpPr/>
          <p:nvPr userDrawn="1"/>
        </p:nvSpPr>
        <p:spPr>
          <a:xfrm>
            <a:off x="6528043" y="1749000"/>
            <a:ext cx="240000" cy="3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7035883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12192000" cy="41021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52938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175787" y="242176"/>
            <a:ext cx="801621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175787" y="1010261"/>
            <a:ext cx="801621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the title of your subtitle Here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4079776" cy="6858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195293" y="1508787"/>
            <a:ext cx="4079776" cy="53492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3765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548680"/>
            <a:ext cx="8592277" cy="5760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/>
          </a:p>
        </p:txBody>
      </p:sp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80829" y="260650"/>
            <a:ext cx="2592288" cy="63367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2965139" y="260650"/>
            <a:ext cx="2592288" cy="63367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5749448" y="260650"/>
            <a:ext cx="2592288" cy="63367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209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592277" y="356659"/>
            <a:ext cx="2880000" cy="28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592277" y="3621021"/>
            <a:ext cx="2880000" cy="28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5314951" y="356659"/>
            <a:ext cx="2880000" cy="28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314951" y="3621021"/>
            <a:ext cx="2880000" cy="28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83937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27381" y="4389107"/>
            <a:ext cx="11664619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27381" y="5157192"/>
            <a:ext cx="11664619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12192000" cy="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7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623392" y="452669"/>
            <a:ext cx="4416171" cy="37440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327915" y="452669"/>
            <a:ext cx="6240693" cy="177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327915" y="2420765"/>
            <a:ext cx="1920000" cy="177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12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7488261" y="2420765"/>
            <a:ext cx="1920000" cy="177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9648608" y="2420765"/>
            <a:ext cx="1920000" cy="177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62707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s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12347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/>
              <a:t>Fully Editable Shapes</a:t>
            </a:r>
          </a:p>
        </p:txBody>
      </p:sp>
    </p:spTree>
    <p:extLst>
      <p:ext uri="{BB962C8B-B14F-4D97-AF65-F5344CB8AC3E}">
        <p14:creationId xmlns:p14="http://schemas.microsoft.com/office/powerpoint/2010/main" val="15646581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ICON SETS LAYOUT</a:t>
            </a:r>
          </a:p>
        </p:txBody>
      </p:sp>
      <p:sp>
        <p:nvSpPr>
          <p:cNvPr id="11" name="Rounded Rectangle 10"/>
          <p:cNvSpPr/>
          <p:nvPr userDrawn="1"/>
        </p:nvSpPr>
        <p:spPr>
          <a:xfrm>
            <a:off x="472011" y="1508786"/>
            <a:ext cx="3799787" cy="4865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7" name="Rounded Rectangle 16"/>
          <p:cNvSpPr/>
          <p:nvPr userDrawn="1"/>
        </p:nvSpPr>
        <p:spPr>
          <a:xfrm>
            <a:off x="709243" y="1796667"/>
            <a:ext cx="144693" cy="4320631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solidFill>
                <a:schemeClr val="bg1"/>
              </a:solidFill>
            </a:endParaRPr>
          </a:p>
        </p:txBody>
      </p:sp>
      <p:sp>
        <p:nvSpPr>
          <p:cNvPr id="18" name="Half Frame 17"/>
          <p:cNvSpPr/>
          <p:nvPr userDrawn="1"/>
        </p:nvSpPr>
        <p:spPr>
          <a:xfrm rot="5400000">
            <a:off x="3456857" y="1650935"/>
            <a:ext cx="669775" cy="669775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00283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" name="Rectangle 1"/>
          <p:cNvSpPr/>
          <p:nvPr userDrawn="1"/>
        </p:nvSpPr>
        <p:spPr>
          <a:xfrm>
            <a:off x="2821478" y="1124744"/>
            <a:ext cx="6528725" cy="4608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5" name="Rectangle 4"/>
          <p:cNvSpPr/>
          <p:nvPr userDrawn="1"/>
        </p:nvSpPr>
        <p:spPr>
          <a:xfrm>
            <a:off x="2821478" y="0"/>
            <a:ext cx="6528725" cy="2606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6" name="Rectangle 5"/>
          <p:cNvSpPr/>
          <p:nvPr userDrawn="1"/>
        </p:nvSpPr>
        <p:spPr>
          <a:xfrm>
            <a:off x="2821478" y="6597352"/>
            <a:ext cx="6528725" cy="2606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821478" y="4066024"/>
            <a:ext cx="6528725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821478" y="4834109"/>
            <a:ext cx="6528725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the title of your subtitle Here</a:t>
            </a:r>
          </a:p>
        </p:txBody>
      </p:sp>
      <p:pic>
        <p:nvPicPr>
          <p:cNvPr id="2050" name="Picture 2" descr="E:\002-KIMS BUSINESS\007-02-Fullslidesppt-Contents\20161228\02-edu\bulb-item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541313" y="1541767"/>
            <a:ext cx="1089051" cy="2417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26217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135893" y="2393204"/>
            <a:ext cx="7056107" cy="1440161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>
                <a:ea typeface="맑은 고딕" pitchFamily="50" charset="-127"/>
              </a:rPr>
              <a:t>FREE </a:t>
            </a:r>
          </a:p>
          <a:p>
            <a:r>
              <a:rPr lang="en-US" altLang="ko-KR">
                <a:ea typeface="맑은 고딕" pitchFamily="50" charset="-127"/>
              </a:rPr>
              <a:t>PPT TEMPLATES</a:t>
            </a:r>
            <a:endParaRPr lang="en-US" altLang="ko-KR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135696" y="3929373"/>
            <a:ext cx="7056107" cy="651755"/>
          </a:xfrm>
          <a:prstGeom prst="rect">
            <a:avLst/>
          </a:prstGeom>
        </p:spPr>
        <p:txBody>
          <a:bodyPr anchor="ctr"/>
          <a:lstStyle>
            <a:lvl1pPr marL="0" indent="0" algn="l">
              <a:spcBef>
                <a:spcPts val="0"/>
              </a:spcBef>
              <a:buNone/>
              <a:defRPr sz="1867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>
              <a:spcBef>
                <a:spcPts val="0"/>
              </a:spcBef>
              <a:defRPr/>
            </a:pPr>
            <a:r>
              <a:rPr lang="en-US" altLang="ko-KR" b="1"/>
              <a:t>INSERT THE TITLE 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b="1"/>
              <a:t>OF YOUR PRESENTATION HERE</a:t>
            </a:r>
            <a:endParaRPr lang="en-US" altLang="ko-KR"/>
          </a:p>
        </p:txBody>
      </p:sp>
      <p:pic>
        <p:nvPicPr>
          <p:cNvPr id="1026" name="Picture 2" descr="E:\002-KIMS BUSINESS\007-02-Fullslidesppt-Contents\20161228\02-edu\bulb-item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854" y="876466"/>
            <a:ext cx="2353733" cy="5223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835375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4762990"/>
            <a:ext cx="12192000" cy="76808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97" y="5531075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the title of your subtitle Here</a:t>
            </a:r>
          </a:p>
        </p:txBody>
      </p:sp>
      <p:sp>
        <p:nvSpPr>
          <p:cNvPr id="4" name="Oval 3"/>
          <p:cNvSpPr/>
          <p:nvPr userDrawn="1"/>
        </p:nvSpPr>
        <p:spPr>
          <a:xfrm>
            <a:off x="4415814" y="983523"/>
            <a:ext cx="3360373" cy="336037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5" name="Picture 2" descr="E:\002-KIMS BUSINESS\007-02-Fullslidesppt-Contents\20161228\02-edu\bulb-item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9802" y="1518948"/>
            <a:ext cx="1092397" cy="2424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1283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9039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92" r:id="rId17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0258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135893" y="2403364"/>
            <a:ext cx="7056107" cy="1440161"/>
          </a:xfrm>
        </p:spPr>
        <p:txBody>
          <a:bodyPr/>
          <a:lstStyle/>
          <a:p>
            <a:r>
              <a:rPr lang="en-US" altLang="ko-KR" sz="4800"/>
              <a:t>DATA SCIENCE PROJECT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5135696" y="3929373"/>
            <a:ext cx="7056107" cy="1221747"/>
          </a:xfrm>
        </p:spPr>
        <p:txBody>
          <a:bodyPr/>
          <a:lstStyle/>
          <a:p>
            <a:pPr>
              <a:defRPr/>
            </a:pPr>
            <a:r>
              <a:rPr lang="en-US" altLang="ko-KR" b="1"/>
              <a:t>Group 79</a:t>
            </a:r>
          </a:p>
          <a:p>
            <a:pPr>
              <a:defRPr/>
            </a:pPr>
            <a:r>
              <a:rPr lang="en-US" altLang="ko-KR" b="1"/>
              <a:t>Nabila Pindya - s3071219</a:t>
            </a:r>
          </a:p>
          <a:p>
            <a:pPr>
              <a:defRPr/>
            </a:pPr>
            <a:r>
              <a:rPr lang="en-US" altLang="ko-KR" b="1"/>
              <a:t>Nisa Azmi D - s3058018</a:t>
            </a:r>
          </a:p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71841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Project Description</a:t>
            </a:r>
            <a:endParaRPr lang="ko-KR" altLang="en-US"/>
          </a:p>
        </p:txBody>
      </p:sp>
      <p:grpSp>
        <p:nvGrpSpPr>
          <p:cNvPr id="13319" name="Group 13318"/>
          <p:cNvGrpSpPr/>
          <p:nvPr/>
        </p:nvGrpSpPr>
        <p:grpSpPr>
          <a:xfrm rot="19917947">
            <a:off x="1959185" y="1804728"/>
            <a:ext cx="2221159" cy="4745163"/>
            <a:chOff x="1359132" y="345882"/>
            <a:chExt cx="1966239" cy="4200564"/>
          </a:xfrm>
        </p:grpSpPr>
        <p:grpSp>
          <p:nvGrpSpPr>
            <p:cNvPr id="24" name="Group 23"/>
            <p:cNvGrpSpPr/>
            <p:nvPr/>
          </p:nvGrpSpPr>
          <p:grpSpPr>
            <a:xfrm>
              <a:off x="2073901" y="2186669"/>
              <a:ext cx="501313" cy="2359777"/>
              <a:chOff x="2810055" y="1677194"/>
              <a:chExt cx="535258" cy="2519562"/>
            </a:xfrm>
          </p:grpSpPr>
          <p:sp>
            <p:nvSpPr>
              <p:cNvPr id="7" name="Rectangle 8"/>
              <p:cNvSpPr/>
              <p:nvPr/>
            </p:nvSpPr>
            <p:spPr>
              <a:xfrm>
                <a:off x="2810675" y="3399597"/>
                <a:ext cx="534638" cy="779141"/>
              </a:xfrm>
              <a:custGeom>
                <a:avLst/>
                <a:gdLst/>
                <a:ahLst/>
                <a:cxnLst/>
                <a:rect l="l" t="t" r="r" b="b"/>
                <a:pathLst>
                  <a:path w="1802378" h="1800199">
                    <a:moveTo>
                      <a:pt x="0" y="0"/>
                    </a:moveTo>
                    <a:lnTo>
                      <a:pt x="1802378" y="0"/>
                    </a:lnTo>
                    <a:lnTo>
                      <a:pt x="1802378" y="289727"/>
                    </a:lnTo>
                    <a:lnTo>
                      <a:pt x="1801366" y="289727"/>
                    </a:lnTo>
                    <a:lnTo>
                      <a:pt x="901188" y="1800199"/>
                    </a:lnTo>
                    <a:lnTo>
                      <a:pt x="1012" y="289727"/>
                    </a:lnTo>
                    <a:lnTo>
                      <a:pt x="0" y="289727"/>
                    </a:lnTo>
                    <a:lnTo>
                      <a:pt x="0" y="28803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lumMod val="70000"/>
                      <a:lumOff val="30000"/>
                    </a:schemeClr>
                  </a:gs>
                  <a:gs pos="100000">
                    <a:schemeClr val="accent2">
                      <a:lumMod val="70000"/>
                      <a:lumOff val="30000"/>
                    </a:schemeClr>
                  </a:gs>
                </a:gsLst>
                <a:lin ang="19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70" latinLnBrk="1"/>
                <a:endParaRPr lang="ko-KR" altLang="en-US" sz="2400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8" name="Rectangle 8"/>
              <p:cNvSpPr/>
              <p:nvPr/>
            </p:nvSpPr>
            <p:spPr>
              <a:xfrm>
                <a:off x="2984722" y="3392706"/>
                <a:ext cx="180870" cy="787996"/>
              </a:xfrm>
              <a:custGeom>
                <a:avLst/>
                <a:gdLst>
                  <a:gd name="connsiteX0" fmla="*/ 0 w 1359043"/>
                  <a:gd name="connsiteY0" fmla="*/ 0 h 1813992"/>
                  <a:gd name="connsiteX1" fmla="*/ 1359043 w 1359043"/>
                  <a:gd name="connsiteY1" fmla="*/ 0 h 1813992"/>
                  <a:gd name="connsiteX2" fmla="*/ 1359043 w 1359043"/>
                  <a:gd name="connsiteY2" fmla="*/ 212596 h 1813992"/>
                  <a:gd name="connsiteX3" fmla="*/ 806822 w 1359043"/>
                  <a:gd name="connsiteY3" fmla="*/ 1813992 h 1813992"/>
                  <a:gd name="connsiteX4" fmla="*/ 1012 w 1359043"/>
                  <a:gd name="connsiteY4" fmla="*/ 289727 h 1813992"/>
                  <a:gd name="connsiteX5" fmla="*/ 0 w 1359043"/>
                  <a:gd name="connsiteY5" fmla="*/ 289727 h 1813992"/>
                  <a:gd name="connsiteX6" fmla="*/ 0 w 1359043"/>
                  <a:gd name="connsiteY6" fmla="*/ 288030 h 1813992"/>
                  <a:gd name="connsiteX7" fmla="*/ 0 w 1359043"/>
                  <a:gd name="connsiteY7" fmla="*/ 0 h 1813992"/>
                  <a:gd name="connsiteX0" fmla="*/ 0 w 1359043"/>
                  <a:gd name="connsiteY0" fmla="*/ 0 h 1820658"/>
                  <a:gd name="connsiteX1" fmla="*/ 1359043 w 1359043"/>
                  <a:gd name="connsiteY1" fmla="*/ 0 h 1820658"/>
                  <a:gd name="connsiteX2" fmla="*/ 1359043 w 1359043"/>
                  <a:gd name="connsiteY2" fmla="*/ 212596 h 1820658"/>
                  <a:gd name="connsiteX3" fmla="*/ 720119 w 1359043"/>
                  <a:gd name="connsiteY3" fmla="*/ 1820658 h 1820658"/>
                  <a:gd name="connsiteX4" fmla="*/ 1012 w 1359043"/>
                  <a:gd name="connsiteY4" fmla="*/ 289727 h 1820658"/>
                  <a:gd name="connsiteX5" fmla="*/ 0 w 1359043"/>
                  <a:gd name="connsiteY5" fmla="*/ 289727 h 1820658"/>
                  <a:gd name="connsiteX6" fmla="*/ 0 w 1359043"/>
                  <a:gd name="connsiteY6" fmla="*/ 288030 h 1820658"/>
                  <a:gd name="connsiteX7" fmla="*/ 0 w 1359043"/>
                  <a:gd name="connsiteY7" fmla="*/ 0 h 18206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59043" h="1820658">
                    <a:moveTo>
                      <a:pt x="0" y="0"/>
                    </a:moveTo>
                    <a:lnTo>
                      <a:pt x="1359043" y="0"/>
                    </a:lnTo>
                    <a:lnTo>
                      <a:pt x="1359043" y="212596"/>
                    </a:lnTo>
                    <a:lnTo>
                      <a:pt x="720119" y="1820658"/>
                    </a:lnTo>
                    <a:lnTo>
                      <a:pt x="1012" y="289727"/>
                    </a:lnTo>
                    <a:lnTo>
                      <a:pt x="0" y="289727"/>
                    </a:lnTo>
                    <a:lnTo>
                      <a:pt x="0" y="28803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lumMod val="50000"/>
                      <a:lumOff val="50000"/>
                    </a:schemeClr>
                  </a:gs>
                  <a:gs pos="100000">
                    <a:schemeClr val="accent2">
                      <a:lumMod val="50000"/>
                      <a:lumOff val="50000"/>
                    </a:schemeClr>
                  </a:gs>
                </a:gsLst>
                <a:lin ang="19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70" latinLnBrk="1"/>
                <a:endParaRPr lang="ko-KR" altLang="en-US" sz="2400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2810055" y="3399597"/>
                <a:ext cx="264192" cy="763141"/>
              </a:xfrm>
              <a:custGeom>
                <a:avLst/>
                <a:gdLst>
                  <a:gd name="connsiteX0" fmla="*/ 0 w 1345558"/>
                  <a:gd name="connsiteY0" fmla="*/ 0 h 1783227"/>
                  <a:gd name="connsiteX1" fmla="*/ 897414 w 1345558"/>
                  <a:gd name="connsiteY1" fmla="*/ 0 h 1783227"/>
                  <a:gd name="connsiteX2" fmla="*/ 901843 w 1345558"/>
                  <a:gd name="connsiteY2" fmla="*/ 212596 h 1783227"/>
                  <a:gd name="connsiteX3" fmla="*/ 1345558 w 1345558"/>
                  <a:gd name="connsiteY3" fmla="*/ 1783227 h 1783227"/>
                  <a:gd name="connsiteX4" fmla="*/ 1012 w 1345558"/>
                  <a:gd name="connsiteY4" fmla="*/ 289727 h 1783227"/>
                  <a:gd name="connsiteX5" fmla="*/ 0 w 1345558"/>
                  <a:gd name="connsiteY5" fmla="*/ 289727 h 1783227"/>
                  <a:gd name="connsiteX6" fmla="*/ 0 w 1345558"/>
                  <a:gd name="connsiteY6" fmla="*/ 288030 h 1783227"/>
                  <a:gd name="connsiteX7" fmla="*/ 0 w 1345558"/>
                  <a:gd name="connsiteY7" fmla="*/ 0 h 1783227"/>
                  <a:gd name="connsiteX0" fmla="*/ 0 w 1331023"/>
                  <a:gd name="connsiteY0" fmla="*/ 0 h 1763232"/>
                  <a:gd name="connsiteX1" fmla="*/ 897414 w 1331023"/>
                  <a:gd name="connsiteY1" fmla="*/ 0 h 1763232"/>
                  <a:gd name="connsiteX2" fmla="*/ 901843 w 1331023"/>
                  <a:gd name="connsiteY2" fmla="*/ 212596 h 1763232"/>
                  <a:gd name="connsiteX3" fmla="*/ 1331023 w 1331023"/>
                  <a:gd name="connsiteY3" fmla="*/ 1763232 h 1763232"/>
                  <a:gd name="connsiteX4" fmla="*/ 1012 w 1331023"/>
                  <a:gd name="connsiteY4" fmla="*/ 289727 h 1763232"/>
                  <a:gd name="connsiteX5" fmla="*/ 0 w 1331023"/>
                  <a:gd name="connsiteY5" fmla="*/ 289727 h 1763232"/>
                  <a:gd name="connsiteX6" fmla="*/ 0 w 1331023"/>
                  <a:gd name="connsiteY6" fmla="*/ 288030 h 1763232"/>
                  <a:gd name="connsiteX7" fmla="*/ 0 w 1331023"/>
                  <a:gd name="connsiteY7" fmla="*/ 0 h 17632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31023" h="1763232">
                    <a:moveTo>
                      <a:pt x="0" y="0"/>
                    </a:moveTo>
                    <a:lnTo>
                      <a:pt x="897414" y="0"/>
                    </a:lnTo>
                    <a:cubicBezTo>
                      <a:pt x="898890" y="70865"/>
                      <a:pt x="900367" y="141731"/>
                      <a:pt x="901843" y="212596"/>
                    </a:cubicBezTo>
                    <a:lnTo>
                      <a:pt x="1331023" y="1763232"/>
                    </a:lnTo>
                    <a:lnTo>
                      <a:pt x="1012" y="289727"/>
                    </a:lnTo>
                    <a:lnTo>
                      <a:pt x="0" y="289727"/>
                    </a:lnTo>
                    <a:lnTo>
                      <a:pt x="0" y="28803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lumMod val="30000"/>
                      <a:lumOff val="70000"/>
                    </a:schemeClr>
                  </a:gs>
                  <a:gs pos="100000">
                    <a:schemeClr val="accent2">
                      <a:lumMod val="30000"/>
                      <a:lumOff val="70000"/>
                    </a:schemeClr>
                  </a:gs>
                </a:gsLst>
                <a:lin ang="19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70" latinLnBrk="1"/>
                <a:endParaRPr lang="ko-KR" altLang="en-US" sz="2400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11" name="Rectangle 2"/>
              <p:cNvSpPr/>
              <p:nvPr/>
            </p:nvSpPr>
            <p:spPr>
              <a:xfrm>
                <a:off x="2811292" y="1677194"/>
                <a:ext cx="177768" cy="1815900"/>
              </a:xfrm>
              <a:custGeom>
                <a:avLst/>
                <a:gdLst/>
                <a:ahLst/>
                <a:cxnLst/>
                <a:rect l="l" t="t" r="r" b="b"/>
                <a:pathLst>
                  <a:path w="571061" h="4392488">
                    <a:moveTo>
                      <a:pt x="0" y="0"/>
                    </a:moveTo>
                    <a:lnTo>
                      <a:pt x="571061" y="0"/>
                    </a:lnTo>
                    <a:lnTo>
                      <a:pt x="571061" y="4392488"/>
                    </a:lnTo>
                    <a:lnTo>
                      <a:pt x="560315" y="4392488"/>
                    </a:lnTo>
                    <a:cubicBezTo>
                      <a:pt x="531263" y="4268191"/>
                      <a:pt x="419108" y="4176464"/>
                      <a:pt x="285530" y="4176464"/>
                    </a:cubicBezTo>
                    <a:cubicBezTo>
                      <a:pt x="151952" y="4176464"/>
                      <a:pt x="39798" y="4268191"/>
                      <a:pt x="10747" y="4392488"/>
                    </a:cubicBezTo>
                    <a:lnTo>
                      <a:pt x="0" y="4392488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30000"/>
                      <a:lumOff val="70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19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70" latinLnBrk="1"/>
                <a:endParaRPr lang="ko-KR" altLang="en-US" sz="2400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12" name="Rectangle 2"/>
              <p:cNvSpPr/>
              <p:nvPr/>
            </p:nvSpPr>
            <p:spPr>
              <a:xfrm>
                <a:off x="2987824" y="1677195"/>
                <a:ext cx="177768" cy="1815900"/>
              </a:xfrm>
              <a:custGeom>
                <a:avLst/>
                <a:gdLst/>
                <a:ahLst/>
                <a:cxnLst/>
                <a:rect l="l" t="t" r="r" b="b"/>
                <a:pathLst>
                  <a:path w="571061" h="4392488">
                    <a:moveTo>
                      <a:pt x="0" y="0"/>
                    </a:moveTo>
                    <a:lnTo>
                      <a:pt x="571061" y="0"/>
                    </a:lnTo>
                    <a:lnTo>
                      <a:pt x="571061" y="4392488"/>
                    </a:lnTo>
                    <a:lnTo>
                      <a:pt x="560315" y="4392488"/>
                    </a:lnTo>
                    <a:cubicBezTo>
                      <a:pt x="531263" y="4268191"/>
                      <a:pt x="419108" y="4176464"/>
                      <a:pt x="285530" y="4176464"/>
                    </a:cubicBezTo>
                    <a:cubicBezTo>
                      <a:pt x="151952" y="4176464"/>
                      <a:pt x="39798" y="4268191"/>
                      <a:pt x="10747" y="4392488"/>
                    </a:cubicBezTo>
                    <a:lnTo>
                      <a:pt x="0" y="4392488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50000"/>
                      <a:lumOff val="50000"/>
                    </a:schemeClr>
                  </a:gs>
                  <a:gs pos="100000">
                    <a:schemeClr val="accent1">
                      <a:lumMod val="50000"/>
                      <a:lumOff val="50000"/>
                    </a:schemeClr>
                  </a:gs>
                </a:gsLst>
                <a:lin ang="19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70" latinLnBrk="1"/>
                <a:endParaRPr lang="ko-KR" altLang="en-US" sz="2400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13" name="Rectangle 2"/>
              <p:cNvSpPr/>
              <p:nvPr/>
            </p:nvSpPr>
            <p:spPr>
              <a:xfrm>
                <a:off x="3165590" y="1677196"/>
                <a:ext cx="177768" cy="1815899"/>
              </a:xfrm>
              <a:custGeom>
                <a:avLst/>
                <a:gdLst/>
                <a:ahLst/>
                <a:cxnLst/>
                <a:rect l="l" t="t" r="r" b="b"/>
                <a:pathLst>
                  <a:path w="571061" h="4392488">
                    <a:moveTo>
                      <a:pt x="0" y="0"/>
                    </a:moveTo>
                    <a:lnTo>
                      <a:pt x="571061" y="0"/>
                    </a:lnTo>
                    <a:lnTo>
                      <a:pt x="571061" y="4392488"/>
                    </a:lnTo>
                    <a:lnTo>
                      <a:pt x="560315" y="4392488"/>
                    </a:lnTo>
                    <a:cubicBezTo>
                      <a:pt x="531263" y="4268191"/>
                      <a:pt x="419108" y="4176464"/>
                      <a:pt x="285530" y="4176464"/>
                    </a:cubicBezTo>
                    <a:cubicBezTo>
                      <a:pt x="151952" y="4176464"/>
                      <a:pt x="39798" y="4268191"/>
                      <a:pt x="10747" y="4392488"/>
                    </a:cubicBezTo>
                    <a:lnTo>
                      <a:pt x="0" y="439248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70" latinLnBrk="1"/>
                <a:endParaRPr lang="ko-KR" altLang="en-US" sz="2400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5" name="Isosceles Triangle 4"/>
              <p:cNvSpPr/>
              <p:nvPr/>
            </p:nvSpPr>
            <p:spPr>
              <a:xfrm rot="10800000">
                <a:off x="2987823" y="3961239"/>
                <a:ext cx="177768" cy="235517"/>
              </a:xfrm>
              <a:prstGeom prst="triangl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70" latinLnBrk="1"/>
                <a:endParaRPr lang="ko-KR" altLang="en-US" sz="2400">
                  <a:solidFill>
                    <a:prstClr val="white"/>
                  </a:solidFill>
                  <a:latin typeface="Arial"/>
                </a:endParaRPr>
              </a:p>
            </p:txBody>
          </p:sp>
        </p:grpSp>
        <p:grpSp>
          <p:nvGrpSpPr>
            <p:cNvPr id="27" name="Group 26"/>
            <p:cNvGrpSpPr/>
            <p:nvPr/>
          </p:nvGrpSpPr>
          <p:grpSpPr>
            <a:xfrm>
              <a:off x="1359132" y="345882"/>
              <a:ext cx="1966239" cy="1811155"/>
              <a:chOff x="1888981" y="1110787"/>
              <a:chExt cx="2254374" cy="2076562"/>
            </a:xfrm>
          </p:grpSpPr>
          <p:sp>
            <p:nvSpPr>
              <p:cNvPr id="18" name="Teardrop 30"/>
              <p:cNvSpPr/>
              <p:nvPr/>
            </p:nvSpPr>
            <p:spPr>
              <a:xfrm rot="8100000">
                <a:off x="2322441" y="1563466"/>
                <a:ext cx="1333455" cy="1333457"/>
              </a:xfrm>
              <a:custGeom>
                <a:avLst/>
                <a:gdLst>
                  <a:gd name="connsiteX0" fmla="*/ 293361 w 2192670"/>
                  <a:gd name="connsiteY0" fmla="*/ 1899310 h 2192671"/>
                  <a:gd name="connsiteX1" fmla="*/ 0 w 2192670"/>
                  <a:gd name="connsiteY1" fmla="*/ 1191074 h 2192671"/>
                  <a:gd name="connsiteX2" fmla="*/ 1001597 w 2192670"/>
                  <a:gd name="connsiteY2" fmla="*/ 189477 h 2192671"/>
                  <a:gd name="connsiteX3" fmla="*/ 1341342 w 2192670"/>
                  <a:gd name="connsiteY3" fmla="*/ 189477 h 2192671"/>
                  <a:gd name="connsiteX4" fmla="*/ 1530818 w 2192670"/>
                  <a:gd name="connsiteY4" fmla="*/ 0 h 2192671"/>
                  <a:gd name="connsiteX5" fmla="*/ 1806586 w 2192670"/>
                  <a:gd name="connsiteY5" fmla="*/ 0 h 2192671"/>
                  <a:gd name="connsiteX6" fmla="*/ 1996062 w 2192670"/>
                  <a:gd name="connsiteY6" fmla="*/ 189477 h 2192671"/>
                  <a:gd name="connsiteX7" fmla="*/ 2003194 w 2192670"/>
                  <a:gd name="connsiteY7" fmla="*/ 189477 h 2192671"/>
                  <a:gd name="connsiteX8" fmla="*/ 2003194 w 2192670"/>
                  <a:gd name="connsiteY8" fmla="*/ 196609 h 2192671"/>
                  <a:gd name="connsiteX9" fmla="*/ 2192670 w 2192670"/>
                  <a:gd name="connsiteY9" fmla="*/ 386085 h 2192671"/>
                  <a:gd name="connsiteX10" fmla="*/ 2192670 w 2192670"/>
                  <a:gd name="connsiteY10" fmla="*/ 661852 h 2192671"/>
                  <a:gd name="connsiteX11" fmla="*/ 2003193 w 2192670"/>
                  <a:gd name="connsiteY11" fmla="*/ 851329 h 2192671"/>
                  <a:gd name="connsiteX12" fmla="*/ 2003194 w 2192670"/>
                  <a:gd name="connsiteY12" fmla="*/ 1191074 h 2192671"/>
                  <a:gd name="connsiteX13" fmla="*/ 1001597 w 2192670"/>
                  <a:gd name="connsiteY13" fmla="*/ 2192671 h 2192671"/>
                  <a:gd name="connsiteX14" fmla="*/ 293361 w 2192670"/>
                  <a:gd name="connsiteY14" fmla="*/ 1899310 h 21926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192670" h="2192671">
                    <a:moveTo>
                      <a:pt x="293361" y="1899310"/>
                    </a:moveTo>
                    <a:cubicBezTo>
                      <a:pt x="112107" y="1718057"/>
                      <a:pt x="0" y="1467657"/>
                      <a:pt x="0" y="1191074"/>
                    </a:cubicBezTo>
                    <a:cubicBezTo>
                      <a:pt x="0" y="637907"/>
                      <a:pt x="448430" y="189477"/>
                      <a:pt x="1001597" y="189477"/>
                    </a:cubicBezTo>
                    <a:lnTo>
                      <a:pt x="1341342" y="189477"/>
                    </a:lnTo>
                    <a:lnTo>
                      <a:pt x="1530818" y="0"/>
                    </a:lnTo>
                    <a:cubicBezTo>
                      <a:pt x="1606970" y="-76151"/>
                      <a:pt x="1730435" y="-76151"/>
                      <a:pt x="1806586" y="0"/>
                    </a:cubicBezTo>
                    <a:lnTo>
                      <a:pt x="1996062" y="189477"/>
                    </a:lnTo>
                    <a:lnTo>
                      <a:pt x="2003194" y="189477"/>
                    </a:lnTo>
                    <a:lnTo>
                      <a:pt x="2003194" y="196609"/>
                    </a:lnTo>
                    <a:lnTo>
                      <a:pt x="2192670" y="386085"/>
                    </a:lnTo>
                    <a:cubicBezTo>
                      <a:pt x="2268822" y="462236"/>
                      <a:pt x="2268822" y="585701"/>
                      <a:pt x="2192670" y="661852"/>
                    </a:cubicBezTo>
                    <a:lnTo>
                      <a:pt x="2003193" y="851329"/>
                    </a:lnTo>
                    <a:cubicBezTo>
                      <a:pt x="2003193" y="964577"/>
                      <a:pt x="2003194" y="1077826"/>
                      <a:pt x="2003194" y="1191074"/>
                    </a:cubicBezTo>
                    <a:cubicBezTo>
                      <a:pt x="2003194" y="1744241"/>
                      <a:pt x="1554764" y="2192671"/>
                      <a:pt x="1001597" y="2192671"/>
                    </a:cubicBezTo>
                    <a:cubicBezTo>
                      <a:pt x="725014" y="2192671"/>
                      <a:pt x="474614" y="2080563"/>
                      <a:pt x="293361" y="1899310"/>
                    </a:cubicBezTo>
                    <a:close/>
                  </a:path>
                </a:pathLst>
              </a:custGeom>
              <a:solidFill>
                <a:schemeClr val="bg1"/>
              </a:solidFill>
              <a:ln w="508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70" latinLnBrk="1"/>
                <a:endParaRPr lang="ko-KR" altLang="en-US" sz="2400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25" name="Trapezoid 24"/>
              <p:cNvSpPr/>
              <p:nvPr/>
            </p:nvSpPr>
            <p:spPr>
              <a:xfrm rot="10800000">
                <a:off x="2751763" y="2230194"/>
                <a:ext cx="457200" cy="783671"/>
              </a:xfrm>
              <a:prstGeom prst="trapezoid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70" latinLnBrk="1"/>
                <a:endParaRPr lang="ko-KR" altLang="en-US" sz="2400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19" name="Rounded Rectangle 18"/>
              <p:cNvSpPr/>
              <p:nvPr/>
            </p:nvSpPr>
            <p:spPr>
              <a:xfrm rot="2700000">
                <a:off x="3710962" y="1407964"/>
                <a:ext cx="119821" cy="299553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70" latinLnBrk="1"/>
                <a:endParaRPr lang="ko-KR" altLang="en-US" sz="2400">
                  <a:solidFill>
                    <a:prstClr val="black"/>
                  </a:solidFill>
                  <a:latin typeface="Arial"/>
                </a:endParaRPr>
              </a:p>
            </p:txBody>
          </p:sp>
          <p:sp>
            <p:nvSpPr>
              <p:cNvPr id="20" name="Rounded Rectangle 19"/>
              <p:cNvSpPr/>
              <p:nvPr/>
            </p:nvSpPr>
            <p:spPr>
              <a:xfrm rot="18900000" flipH="1">
                <a:off x="2156327" y="1407964"/>
                <a:ext cx="119821" cy="299553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70" latinLnBrk="1"/>
                <a:endParaRPr lang="ko-KR" altLang="en-US" sz="2400">
                  <a:solidFill>
                    <a:prstClr val="black"/>
                  </a:solidFill>
                  <a:latin typeface="Arial"/>
                </a:endParaRPr>
              </a:p>
            </p:txBody>
          </p:sp>
          <p:sp>
            <p:nvSpPr>
              <p:cNvPr id="21" name="Rounded Rectangle 20"/>
              <p:cNvSpPr/>
              <p:nvPr/>
            </p:nvSpPr>
            <p:spPr>
              <a:xfrm>
                <a:off x="2935970" y="1110787"/>
                <a:ext cx="119821" cy="299553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70" latinLnBrk="1"/>
                <a:endParaRPr lang="ko-KR" altLang="en-US" sz="2400">
                  <a:solidFill>
                    <a:prstClr val="black"/>
                  </a:solidFill>
                  <a:latin typeface="Arial"/>
                </a:endParaRPr>
              </a:p>
            </p:txBody>
          </p:sp>
          <p:sp>
            <p:nvSpPr>
              <p:cNvPr id="22" name="Rounded Rectangle 21"/>
              <p:cNvSpPr/>
              <p:nvPr/>
            </p:nvSpPr>
            <p:spPr>
              <a:xfrm rot="5400000">
                <a:off x="3933668" y="1996109"/>
                <a:ext cx="119821" cy="299553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70" latinLnBrk="1"/>
                <a:endParaRPr lang="ko-KR" altLang="en-US" sz="2400">
                  <a:solidFill>
                    <a:prstClr val="black"/>
                  </a:solidFill>
                  <a:latin typeface="Arial"/>
                </a:endParaRPr>
              </a:p>
            </p:txBody>
          </p:sp>
          <p:sp>
            <p:nvSpPr>
              <p:cNvPr id="23" name="Rounded Rectangle 22"/>
              <p:cNvSpPr/>
              <p:nvPr/>
            </p:nvSpPr>
            <p:spPr>
              <a:xfrm rot="16200000" flipH="1">
                <a:off x="1978847" y="1919902"/>
                <a:ext cx="119821" cy="299553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70" latinLnBrk="1"/>
                <a:endParaRPr lang="ko-KR" altLang="en-US" sz="2400">
                  <a:solidFill>
                    <a:prstClr val="black"/>
                  </a:solidFill>
                  <a:latin typeface="Arial"/>
                </a:endParaRPr>
              </a:p>
            </p:txBody>
          </p:sp>
          <p:sp>
            <p:nvSpPr>
              <p:cNvPr id="26" name="Rounded Rectangle 25"/>
              <p:cNvSpPr/>
              <p:nvPr/>
            </p:nvSpPr>
            <p:spPr>
              <a:xfrm>
                <a:off x="2692290" y="3074683"/>
                <a:ext cx="612000" cy="112666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70" latinLnBrk="1"/>
                <a:endParaRPr lang="ko-KR" altLang="en-US" sz="2400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28" name="Rounded Rectangle 27"/>
              <p:cNvSpPr/>
              <p:nvPr/>
            </p:nvSpPr>
            <p:spPr>
              <a:xfrm>
                <a:off x="2833284" y="2139702"/>
                <a:ext cx="71867" cy="179668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70" latinLnBrk="1"/>
                <a:endParaRPr lang="ko-KR" altLang="en-US" sz="2400">
                  <a:solidFill>
                    <a:prstClr val="black"/>
                  </a:solidFill>
                  <a:latin typeface="Arial"/>
                </a:endParaRPr>
              </a:p>
            </p:txBody>
          </p:sp>
          <p:sp>
            <p:nvSpPr>
              <p:cNvPr id="29" name="Rounded Rectangle 28"/>
              <p:cNvSpPr/>
              <p:nvPr/>
            </p:nvSpPr>
            <p:spPr>
              <a:xfrm>
                <a:off x="2957504" y="2139702"/>
                <a:ext cx="71867" cy="179668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70" latinLnBrk="1"/>
                <a:endParaRPr lang="ko-KR" altLang="en-US" sz="2400">
                  <a:solidFill>
                    <a:prstClr val="black"/>
                  </a:solidFill>
                  <a:latin typeface="Arial"/>
                </a:endParaRPr>
              </a:p>
            </p:txBody>
          </p:sp>
          <p:sp>
            <p:nvSpPr>
              <p:cNvPr id="30" name="Rounded Rectangle 29"/>
              <p:cNvSpPr/>
              <p:nvPr/>
            </p:nvSpPr>
            <p:spPr>
              <a:xfrm>
                <a:off x="3081724" y="2139702"/>
                <a:ext cx="71867" cy="179668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70" latinLnBrk="1"/>
                <a:endParaRPr lang="ko-KR" altLang="en-US" sz="2400">
                  <a:solidFill>
                    <a:prstClr val="black"/>
                  </a:solidFill>
                  <a:latin typeface="Arial"/>
                </a:endParaRPr>
              </a:p>
            </p:txBody>
          </p:sp>
        </p:grpSp>
      </p:grpSp>
      <p:sp>
        <p:nvSpPr>
          <p:cNvPr id="13313" name="Freeform 13312"/>
          <p:cNvSpPr/>
          <p:nvPr/>
        </p:nvSpPr>
        <p:spPr>
          <a:xfrm>
            <a:off x="-21148" y="3373509"/>
            <a:ext cx="4122240" cy="2584668"/>
          </a:xfrm>
          <a:custGeom>
            <a:avLst/>
            <a:gdLst>
              <a:gd name="connsiteX0" fmla="*/ 2514265 w 2896332"/>
              <a:gd name="connsiteY0" fmla="*/ 466772 h 1875813"/>
              <a:gd name="connsiteX1" fmla="*/ 2655476 w 2896332"/>
              <a:gd name="connsiteY1" fmla="*/ 584615 h 1875813"/>
              <a:gd name="connsiteX2" fmla="*/ 2828170 w 2896332"/>
              <a:gd name="connsiteY2" fmla="*/ 1010501 h 1875813"/>
              <a:gd name="connsiteX3" fmla="*/ 2883834 w 2896332"/>
              <a:gd name="connsiteY3" fmla="*/ 1308835 h 1875813"/>
              <a:gd name="connsiteX4" fmla="*/ 2799743 w 2896332"/>
              <a:gd name="connsiteY4" fmla="*/ 1672098 h 1875813"/>
              <a:gd name="connsiteX5" fmla="*/ 2521033 w 2896332"/>
              <a:gd name="connsiteY5" fmla="*/ 1160421 h 1875813"/>
              <a:gd name="connsiteX6" fmla="*/ 2514265 w 2896332"/>
              <a:gd name="connsiteY6" fmla="*/ 466772 h 1875813"/>
              <a:gd name="connsiteX7" fmla="*/ 1898646 w 2896332"/>
              <a:gd name="connsiteY7" fmla="*/ 46 h 1875813"/>
              <a:gd name="connsiteX8" fmla="*/ 1969811 w 2896332"/>
              <a:gd name="connsiteY8" fmla="*/ 83938 h 1875813"/>
              <a:gd name="connsiteX9" fmla="*/ 1970003 w 2896332"/>
              <a:gd name="connsiteY9" fmla="*/ 120627 h 1875813"/>
              <a:gd name="connsiteX10" fmla="*/ 1962950 w 2896332"/>
              <a:gd name="connsiteY10" fmla="*/ 120627 h 1875813"/>
              <a:gd name="connsiteX11" fmla="*/ 1906617 w 2896332"/>
              <a:gd name="connsiteY11" fmla="*/ 176960 h 1875813"/>
              <a:gd name="connsiteX12" fmla="*/ 1962950 w 2896332"/>
              <a:gd name="connsiteY12" fmla="*/ 233293 h 1875813"/>
              <a:gd name="connsiteX13" fmla="*/ 1970591 w 2896332"/>
              <a:gd name="connsiteY13" fmla="*/ 233293 h 1875813"/>
              <a:gd name="connsiteX14" fmla="*/ 1973469 w 2896332"/>
              <a:gd name="connsiteY14" fmla="*/ 784519 h 1875813"/>
              <a:gd name="connsiteX15" fmla="*/ 1866010 w 2896332"/>
              <a:gd name="connsiteY15" fmla="*/ 878218 h 1875813"/>
              <a:gd name="connsiteX16" fmla="*/ 2733769 w 2896332"/>
              <a:gd name="connsiteY16" fmla="*/ 1387129 h 1875813"/>
              <a:gd name="connsiteX17" fmla="*/ 2694623 w 2896332"/>
              <a:gd name="connsiteY17" fmla="*/ 1674208 h 1875813"/>
              <a:gd name="connsiteX18" fmla="*/ 2394496 w 2896332"/>
              <a:gd name="connsiteY18" fmla="*/ 1654634 h 1875813"/>
              <a:gd name="connsiteX19" fmla="*/ 2069239 w 2896332"/>
              <a:gd name="connsiteY19" fmla="*/ 1875813 h 1875813"/>
              <a:gd name="connsiteX20" fmla="*/ 2023060 w 2896332"/>
              <a:gd name="connsiteY20" fmla="*/ 1634793 h 1875813"/>
              <a:gd name="connsiteX21" fmla="*/ 1739085 w 2896332"/>
              <a:gd name="connsiteY21" fmla="*/ 1871397 h 1875813"/>
              <a:gd name="connsiteX22" fmla="*/ 1648664 w 2896332"/>
              <a:gd name="connsiteY22" fmla="*/ 1582137 h 1875813"/>
              <a:gd name="connsiteX23" fmla="*/ 1376671 w 2896332"/>
              <a:gd name="connsiteY23" fmla="*/ 1700306 h 1875813"/>
              <a:gd name="connsiteX24" fmla="*/ 1415819 w 2896332"/>
              <a:gd name="connsiteY24" fmla="*/ 1334933 h 1875813"/>
              <a:gd name="connsiteX25" fmla="*/ 665501 w 2896332"/>
              <a:gd name="connsiteY25" fmla="*/ 1276212 h 1875813"/>
              <a:gd name="connsiteX26" fmla="*/ 0 w 2896332"/>
              <a:gd name="connsiteY26" fmla="*/ 1126148 h 1875813"/>
              <a:gd name="connsiteX27" fmla="*/ 13050 w 2896332"/>
              <a:gd name="connsiteY27" fmla="*/ 284488 h 1875813"/>
              <a:gd name="connsiteX28" fmla="*/ 1898646 w 2896332"/>
              <a:gd name="connsiteY28" fmla="*/ 46 h 1875813"/>
              <a:gd name="connsiteX0" fmla="*/ 2514265 w 2896332"/>
              <a:gd name="connsiteY0" fmla="*/ 466772 h 1875813"/>
              <a:gd name="connsiteX1" fmla="*/ 2655476 w 2896332"/>
              <a:gd name="connsiteY1" fmla="*/ 584615 h 1875813"/>
              <a:gd name="connsiteX2" fmla="*/ 2828170 w 2896332"/>
              <a:gd name="connsiteY2" fmla="*/ 1010501 h 1875813"/>
              <a:gd name="connsiteX3" fmla="*/ 2883834 w 2896332"/>
              <a:gd name="connsiteY3" fmla="*/ 1308835 h 1875813"/>
              <a:gd name="connsiteX4" fmla="*/ 2799743 w 2896332"/>
              <a:gd name="connsiteY4" fmla="*/ 1672098 h 1875813"/>
              <a:gd name="connsiteX5" fmla="*/ 2521033 w 2896332"/>
              <a:gd name="connsiteY5" fmla="*/ 1160421 h 1875813"/>
              <a:gd name="connsiteX6" fmla="*/ 2514265 w 2896332"/>
              <a:gd name="connsiteY6" fmla="*/ 466772 h 1875813"/>
              <a:gd name="connsiteX7" fmla="*/ 1898646 w 2896332"/>
              <a:gd name="connsiteY7" fmla="*/ 46 h 1875813"/>
              <a:gd name="connsiteX8" fmla="*/ 1969811 w 2896332"/>
              <a:gd name="connsiteY8" fmla="*/ 83938 h 1875813"/>
              <a:gd name="connsiteX9" fmla="*/ 1970003 w 2896332"/>
              <a:gd name="connsiteY9" fmla="*/ 120627 h 1875813"/>
              <a:gd name="connsiteX10" fmla="*/ 1962950 w 2896332"/>
              <a:gd name="connsiteY10" fmla="*/ 120627 h 1875813"/>
              <a:gd name="connsiteX11" fmla="*/ 1906617 w 2896332"/>
              <a:gd name="connsiteY11" fmla="*/ 176960 h 1875813"/>
              <a:gd name="connsiteX12" fmla="*/ 1962950 w 2896332"/>
              <a:gd name="connsiteY12" fmla="*/ 233293 h 1875813"/>
              <a:gd name="connsiteX13" fmla="*/ 1970591 w 2896332"/>
              <a:gd name="connsiteY13" fmla="*/ 233293 h 1875813"/>
              <a:gd name="connsiteX14" fmla="*/ 1973469 w 2896332"/>
              <a:gd name="connsiteY14" fmla="*/ 784519 h 1875813"/>
              <a:gd name="connsiteX15" fmla="*/ 1866010 w 2896332"/>
              <a:gd name="connsiteY15" fmla="*/ 878218 h 1875813"/>
              <a:gd name="connsiteX16" fmla="*/ 2733769 w 2896332"/>
              <a:gd name="connsiteY16" fmla="*/ 1387129 h 1875813"/>
              <a:gd name="connsiteX17" fmla="*/ 2694623 w 2896332"/>
              <a:gd name="connsiteY17" fmla="*/ 1674208 h 1875813"/>
              <a:gd name="connsiteX18" fmla="*/ 2394496 w 2896332"/>
              <a:gd name="connsiteY18" fmla="*/ 1654634 h 1875813"/>
              <a:gd name="connsiteX19" fmla="*/ 2069239 w 2896332"/>
              <a:gd name="connsiteY19" fmla="*/ 1875813 h 1875813"/>
              <a:gd name="connsiteX20" fmla="*/ 2023060 w 2896332"/>
              <a:gd name="connsiteY20" fmla="*/ 1634793 h 1875813"/>
              <a:gd name="connsiteX21" fmla="*/ 1739085 w 2896332"/>
              <a:gd name="connsiteY21" fmla="*/ 1871397 h 1875813"/>
              <a:gd name="connsiteX22" fmla="*/ 1648664 w 2896332"/>
              <a:gd name="connsiteY22" fmla="*/ 1582137 h 1875813"/>
              <a:gd name="connsiteX23" fmla="*/ 1376671 w 2896332"/>
              <a:gd name="connsiteY23" fmla="*/ 1700306 h 1875813"/>
              <a:gd name="connsiteX24" fmla="*/ 1415819 w 2896332"/>
              <a:gd name="connsiteY24" fmla="*/ 1334933 h 1875813"/>
              <a:gd name="connsiteX25" fmla="*/ 665501 w 2896332"/>
              <a:gd name="connsiteY25" fmla="*/ 1276212 h 1875813"/>
              <a:gd name="connsiteX26" fmla="*/ 0 w 2896332"/>
              <a:gd name="connsiteY26" fmla="*/ 1126148 h 1875813"/>
              <a:gd name="connsiteX27" fmla="*/ 13050 w 2896332"/>
              <a:gd name="connsiteY27" fmla="*/ 284488 h 1875813"/>
              <a:gd name="connsiteX28" fmla="*/ 1898646 w 2896332"/>
              <a:gd name="connsiteY28" fmla="*/ 46 h 1875813"/>
              <a:gd name="connsiteX0" fmla="*/ 2514265 w 2896332"/>
              <a:gd name="connsiteY0" fmla="*/ 466772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521033 w 2896332"/>
              <a:gd name="connsiteY5" fmla="*/ 1160421 h 1871397"/>
              <a:gd name="connsiteX6" fmla="*/ 2514265 w 2896332"/>
              <a:gd name="connsiteY6" fmla="*/ 466772 h 1871397"/>
              <a:gd name="connsiteX7" fmla="*/ 1898646 w 2896332"/>
              <a:gd name="connsiteY7" fmla="*/ 46 h 1871397"/>
              <a:gd name="connsiteX8" fmla="*/ 1969811 w 2896332"/>
              <a:gd name="connsiteY8" fmla="*/ 83938 h 1871397"/>
              <a:gd name="connsiteX9" fmla="*/ 1970003 w 2896332"/>
              <a:gd name="connsiteY9" fmla="*/ 120627 h 1871397"/>
              <a:gd name="connsiteX10" fmla="*/ 1962950 w 2896332"/>
              <a:gd name="connsiteY10" fmla="*/ 120627 h 1871397"/>
              <a:gd name="connsiteX11" fmla="*/ 1906617 w 2896332"/>
              <a:gd name="connsiteY11" fmla="*/ 176960 h 1871397"/>
              <a:gd name="connsiteX12" fmla="*/ 1962950 w 2896332"/>
              <a:gd name="connsiteY12" fmla="*/ 233293 h 1871397"/>
              <a:gd name="connsiteX13" fmla="*/ 1970591 w 2896332"/>
              <a:gd name="connsiteY13" fmla="*/ 233293 h 1871397"/>
              <a:gd name="connsiteX14" fmla="*/ 1973469 w 2896332"/>
              <a:gd name="connsiteY14" fmla="*/ 784519 h 1871397"/>
              <a:gd name="connsiteX15" fmla="*/ 1866010 w 2896332"/>
              <a:gd name="connsiteY15" fmla="*/ 878218 h 1871397"/>
              <a:gd name="connsiteX16" fmla="*/ 2733769 w 2896332"/>
              <a:gd name="connsiteY16" fmla="*/ 1387129 h 1871397"/>
              <a:gd name="connsiteX17" fmla="*/ 2694623 w 2896332"/>
              <a:gd name="connsiteY17" fmla="*/ 1674208 h 1871397"/>
              <a:gd name="connsiteX18" fmla="*/ 2394496 w 2896332"/>
              <a:gd name="connsiteY18" fmla="*/ 1654634 h 1871397"/>
              <a:gd name="connsiteX19" fmla="*/ 2023060 w 2896332"/>
              <a:gd name="connsiteY19" fmla="*/ 1634793 h 1871397"/>
              <a:gd name="connsiteX20" fmla="*/ 1739085 w 2896332"/>
              <a:gd name="connsiteY20" fmla="*/ 1871397 h 1871397"/>
              <a:gd name="connsiteX21" fmla="*/ 1648664 w 2896332"/>
              <a:gd name="connsiteY21" fmla="*/ 1582137 h 1871397"/>
              <a:gd name="connsiteX22" fmla="*/ 1376671 w 2896332"/>
              <a:gd name="connsiteY22" fmla="*/ 1700306 h 1871397"/>
              <a:gd name="connsiteX23" fmla="*/ 1415819 w 2896332"/>
              <a:gd name="connsiteY23" fmla="*/ 1334933 h 1871397"/>
              <a:gd name="connsiteX24" fmla="*/ 665501 w 2896332"/>
              <a:gd name="connsiteY24" fmla="*/ 1276212 h 1871397"/>
              <a:gd name="connsiteX25" fmla="*/ 0 w 2896332"/>
              <a:gd name="connsiteY25" fmla="*/ 1126148 h 1871397"/>
              <a:gd name="connsiteX26" fmla="*/ 13050 w 2896332"/>
              <a:gd name="connsiteY26" fmla="*/ 284488 h 1871397"/>
              <a:gd name="connsiteX27" fmla="*/ 1898646 w 2896332"/>
              <a:gd name="connsiteY27" fmla="*/ 46 h 1871397"/>
              <a:gd name="connsiteX0" fmla="*/ 2514265 w 2896332"/>
              <a:gd name="connsiteY0" fmla="*/ 466772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521033 w 2896332"/>
              <a:gd name="connsiteY5" fmla="*/ 1160421 h 1871397"/>
              <a:gd name="connsiteX6" fmla="*/ 2514265 w 2896332"/>
              <a:gd name="connsiteY6" fmla="*/ 466772 h 1871397"/>
              <a:gd name="connsiteX7" fmla="*/ 1898646 w 2896332"/>
              <a:gd name="connsiteY7" fmla="*/ 46 h 1871397"/>
              <a:gd name="connsiteX8" fmla="*/ 1969811 w 2896332"/>
              <a:gd name="connsiteY8" fmla="*/ 83938 h 1871397"/>
              <a:gd name="connsiteX9" fmla="*/ 1970003 w 2896332"/>
              <a:gd name="connsiteY9" fmla="*/ 120627 h 1871397"/>
              <a:gd name="connsiteX10" fmla="*/ 1962950 w 2896332"/>
              <a:gd name="connsiteY10" fmla="*/ 120627 h 1871397"/>
              <a:gd name="connsiteX11" fmla="*/ 1906617 w 2896332"/>
              <a:gd name="connsiteY11" fmla="*/ 176960 h 1871397"/>
              <a:gd name="connsiteX12" fmla="*/ 1962950 w 2896332"/>
              <a:gd name="connsiteY12" fmla="*/ 233293 h 1871397"/>
              <a:gd name="connsiteX13" fmla="*/ 1962971 w 2896332"/>
              <a:gd name="connsiteY13" fmla="*/ 267583 h 1871397"/>
              <a:gd name="connsiteX14" fmla="*/ 1973469 w 2896332"/>
              <a:gd name="connsiteY14" fmla="*/ 784519 h 1871397"/>
              <a:gd name="connsiteX15" fmla="*/ 1866010 w 2896332"/>
              <a:gd name="connsiteY15" fmla="*/ 878218 h 1871397"/>
              <a:gd name="connsiteX16" fmla="*/ 2733769 w 2896332"/>
              <a:gd name="connsiteY16" fmla="*/ 1387129 h 1871397"/>
              <a:gd name="connsiteX17" fmla="*/ 2694623 w 2896332"/>
              <a:gd name="connsiteY17" fmla="*/ 1674208 h 1871397"/>
              <a:gd name="connsiteX18" fmla="*/ 2394496 w 2896332"/>
              <a:gd name="connsiteY18" fmla="*/ 1654634 h 1871397"/>
              <a:gd name="connsiteX19" fmla="*/ 2023060 w 2896332"/>
              <a:gd name="connsiteY19" fmla="*/ 1634793 h 1871397"/>
              <a:gd name="connsiteX20" fmla="*/ 1739085 w 2896332"/>
              <a:gd name="connsiteY20" fmla="*/ 1871397 h 1871397"/>
              <a:gd name="connsiteX21" fmla="*/ 1648664 w 2896332"/>
              <a:gd name="connsiteY21" fmla="*/ 1582137 h 1871397"/>
              <a:gd name="connsiteX22" fmla="*/ 1376671 w 2896332"/>
              <a:gd name="connsiteY22" fmla="*/ 1700306 h 1871397"/>
              <a:gd name="connsiteX23" fmla="*/ 1415819 w 2896332"/>
              <a:gd name="connsiteY23" fmla="*/ 1334933 h 1871397"/>
              <a:gd name="connsiteX24" fmla="*/ 665501 w 2896332"/>
              <a:gd name="connsiteY24" fmla="*/ 1276212 h 1871397"/>
              <a:gd name="connsiteX25" fmla="*/ 0 w 2896332"/>
              <a:gd name="connsiteY25" fmla="*/ 1126148 h 1871397"/>
              <a:gd name="connsiteX26" fmla="*/ 13050 w 2896332"/>
              <a:gd name="connsiteY26" fmla="*/ 284488 h 1871397"/>
              <a:gd name="connsiteX27" fmla="*/ 1898646 w 2896332"/>
              <a:gd name="connsiteY27" fmla="*/ 46 h 1871397"/>
              <a:gd name="connsiteX0" fmla="*/ 2514265 w 2896332"/>
              <a:gd name="connsiteY0" fmla="*/ 466772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521033 w 2896332"/>
              <a:gd name="connsiteY5" fmla="*/ 1160421 h 1871397"/>
              <a:gd name="connsiteX6" fmla="*/ 2514265 w 2896332"/>
              <a:gd name="connsiteY6" fmla="*/ 466772 h 1871397"/>
              <a:gd name="connsiteX7" fmla="*/ 1898646 w 2896332"/>
              <a:gd name="connsiteY7" fmla="*/ 46 h 1871397"/>
              <a:gd name="connsiteX8" fmla="*/ 1969811 w 2896332"/>
              <a:gd name="connsiteY8" fmla="*/ 83938 h 1871397"/>
              <a:gd name="connsiteX9" fmla="*/ 1970003 w 2896332"/>
              <a:gd name="connsiteY9" fmla="*/ 120627 h 1871397"/>
              <a:gd name="connsiteX10" fmla="*/ 1962950 w 2896332"/>
              <a:gd name="connsiteY10" fmla="*/ 120627 h 1871397"/>
              <a:gd name="connsiteX11" fmla="*/ 1906617 w 2896332"/>
              <a:gd name="connsiteY11" fmla="*/ 176960 h 1871397"/>
              <a:gd name="connsiteX12" fmla="*/ 1962971 w 2896332"/>
              <a:gd name="connsiteY12" fmla="*/ 267583 h 1871397"/>
              <a:gd name="connsiteX13" fmla="*/ 1973469 w 2896332"/>
              <a:gd name="connsiteY13" fmla="*/ 784519 h 1871397"/>
              <a:gd name="connsiteX14" fmla="*/ 1866010 w 2896332"/>
              <a:gd name="connsiteY14" fmla="*/ 878218 h 1871397"/>
              <a:gd name="connsiteX15" fmla="*/ 2733769 w 2896332"/>
              <a:gd name="connsiteY15" fmla="*/ 1387129 h 1871397"/>
              <a:gd name="connsiteX16" fmla="*/ 2694623 w 2896332"/>
              <a:gd name="connsiteY16" fmla="*/ 1674208 h 1871397"/>
              <a:gd name="connsiteX17" fmla="*/ 2394496 w 2896332"/>
              <a:gd name="connsiteY17" fmla="*/ 1654634 h 1871397"/>
              <a:gd name="connsiteX18" fmla="*/ 2023060 w 2896332"/>
              <a:gd name="connsiteY18" fmla="*/ 1634793 h 1871397"/>
              <a:gd name="connsiteX19" fmla="*/ 1739085 w 2896332"/>
              <a:gd name="connsiteY19" fmla="*/ 1871397 h 1871397"/>
              <a:gd name="connsiteX20" fmla="*/ 1648664 w 2896332"/>
              <a:gd name="connsiteY20" fmla="*/ 1582137 h 1871397"/>
              <a:gd name="connsiteX21" fmla="*/ 1376671 w 2896332"/>
              <a:gd name="connsiteY21" fmla="*/ 1700306 h 1871397"/>
              <a:gd name="connsiteX22" fmla="*/ 1415819 w 2896332"/>
              <a:gd name="connsiteY22" fmla="*/ 1334933 h 1871397"/>
              <a:gd name="connsiteX23" fmla="*/ 665501 w 2896332"/>
              <a:gd name="connsiteY23" fmla="*/ 1276212 h 1871397"/>
              <a:gd name="connsiteX24" fmla="*/ 0 w 2896332"/>
              <a:gd name="connsiteY24" fmla="*/ 1126148 h 1871397"/>
              <a:gd name="connsiteX25" fmla="*/ 13050 w 2896332"/>
              <a:gd name="connsiteY25" fmla="*/ 284488 h 1871397"/>
              <a:gd name="connsiteX26" fmla="*/ 1898646 w 2896332"/>
              <a:gd name="connsiteY26" fmla="*/ 46 h 1871397"/>
              <a:gd name="connsiteX0" fmla="*/ 2514265 w 2896332"/>
              <a:gd name="connsiteY0" fmla="*/ 466772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521033 w 2896332"/>
              <a:gd name="connsiteY5" fmla="*/ 1160421 h 1871397"/>
              <a:gd name="connsiteX6" fmla="*/ 2514265 w 2896332"/>
              <a:gd name="connsiteY6" fmla="*/ 466772 h 1871397"/>
              <a:gd name="connsiteX7" fmla="*/ 1898646 w 2896332"/>
              <a:gd name="connsiteY7" fmla="*/ 46 h 1871397"/>
              <a:gd name="connsiteX8" fmla="*/ 1969811 w 2896332"/>
              <a:gd name="connsiteY8" fmla="*/ 83938 h 1871397"/>
              <a:gd name="connsiteX9" fmla="*/ 1970003 w 2896332"/>
              <a:gd name="connsiteY9" fmla="*/ 120627 h 1871397"/>
              <a:gd name="connsiteX10" fmla="*/ 1962950 w 2896332"/>
              <a:gd name="connsiteY10" fmla="*/ 120627 h 1871397"/>
              <a:gd name="connsiteX11" fmla="*/ 1906617 w 2896332"/>
              <a:gd name="connsiteY11" fmla="*/ 176960 h 1871397"/>
              <a:gd name="connsiteX12" fmla="*/ 1962971 w 2896332"/>
              <a:gd name="connsiteY12" fmla="*/ 267583 h 1871397"/>
              <a:gd name="connsiteX13" fmla="*/ 1973469 w 2896332"/>
              <a:gd name="connsiteY13" fmla="*/ 784519 h 1871397"/>
              <a:gd name="connsiteX14" fmla="*/ 1866010 w 2896332"/>
              <a:gd name="connsiteY14" fmla="*/ 878218 h 1871397"/>
              <a:gd name="connsiteX15" fmla="*/ 2733769 w 2896332"/>
              <a:gd name="connsiteY15" fmla="*/ 1387129 h 1871397"/>
              <a:gd name="connsiteX16" fmla="*/ 2694623 w 2896332"/>
              <a:gd name="connsiteY16" fmla="*/ 1674208 h 1871397"/>
              <a:gd name="connsiteX17" fmla="*/ 2394496 w 2896332"/>
              <a:gd name="connsiteY17" fmla="*/ 1654634 h 1871397"/>
              <a:gd name="connsiteX18" fmla="*/ 2023060 w 2896332"/>
              <a:gd name="connsiteY18" fmla="*/ 1634793 h 1871397"/>
              <a:gd name="connsiteX19" fmla="*/ 1739085 w 2896332"/>
              <a:gd name="connsiteY19" fmla="*/ 1871397 h 1871397"/>
              <a:gd name="connsiteX20" fmla="*/ 1648664 w 2896332"/>
              <a:gd name="connsiteY20" fmla="*/ 1582137 h 1871397"/>
              <a:gd name="connsiteX21" fmla="*/ 1376671 w 2896332"/>
              <a:gd name="connsiteY21" fmla="*/ 1700306 h 1871397"/>
              <a:gd name="connsiteX22" fmla="*/ 1415819 w 2896332"/>
              <a:gd name="connsiteY22" fmla="*/ 1334933 h 1871397"/>
              <a:gd name="connsiteX23" fmla="*/ 665501 w 2896332"/>
              <a:gd name="connsiteY23" fmla="*/ 1276212 h 1871397"/>
              <a:gd name="connsiteX24" fmla="*/ 0 w 2896332"/>
              <a:gd name="connsiteY24" fmla="*/ 1126148 h 1871397"/>
              <a:gd name="connsiteX25" fmla="*/ 13050 w 2896332"/>
              <a:gd name="connsiteY25" fmla="*/ 284488 h 1871397"/>
              <a:gd name="connsiteX26" fmla="*/ 1898646 w 2896332"/>
              <a:gd name="connsiteY26" fmla="*/ 46 h 1871397"/>
              <a:gd name="connsiteX0" fmla="*/ 2514265 w 2896332"/>
              <a:gd name="connsiteY0" fmla="*/ 466772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521033 w 2896332"/>
              <a:gd name="connsiteY5" fmla="*/ 1160421 h 1871397"/>
              <a:gd name="connsiteX6" fmla="*/ 2514265 w 2896332"/>
              <a:gd name="connsiteY6" fmla="*/ 466772 h 1871397"/>
              <a:gd name="connsiteX7" fmla="*/ 1898646 w 2896332"/>
              <a:gd name="connsiteY7" fmla="*/ 46 h 1871397"/>
              <a:gd name="connsiteX8" fmla="*/ 1969811 w 2896332"/>
              <a:gd name="connsiteY8" fmla="*/ 83938 h 1871397"/>
              <a:gd name="connsiteX9" fmla="*/ 1970003 w 2896332"/>
              <a:gd name="connsiteY9" fmla="*/ 120627 h 1871397"/>
              <a:gd name="connsiteX10" fmla="*/ 1906617 w 2896332"/>
              <a:gd name="connsiteY10" fmla="*/ 176960 h 1871397"/>
              <a:gd name="connsiteX11" fmla="*/ 1962971 w 2896332"/>
              <a:gd name="connsiteY11" fmla="*/ 267583 h 1871397"/>
              <a:gd name="connsiteX12" fmla="*/ 1973469 w 2896332"/>
              <a:gd name="connsiteY12" fmla="*/ 784519 h 1871397"/>
              <a:gd name="connsiteX13" fmla="*/ 1866010 w 2896332"/>
              <a:gd name="connsiteY13" fmla="*/ 878218 h 1871397"/>
              <a:gd name="connsiteX14" fmla="*/ 2733769 w 2896332"/>
              <a:gd name="connsiteY14" fmla="*/ 1387129 h 1871397"/>
              <a:gd name="connsiteX15" fmla="*/ 2694623 w 2896332"/>
              <a:gd name="connsiteY15" fmla="*/ 1674208 h 1871397"/>
              <a:gd name="connsiteX16" fmla="*/ 2394496 w 2896332"/>
              <a:gd name="connsiteY16" fmla="*/ 1654634 h 1871397"/>
              <a:gd name="connsiteX17" fmla="*/ 2023060 w 2896332"/>
              <a:gd name="connsiteY17" fmla="*/ 1634793 h 1871397"/>
              <a:gd name="connsiteX18" fmla="*/ 1739085 w 2896332"/>
              <a:gd name="connsiteY18" fmla="*/ 1871397 h 1871397"/>
              <a:gd name="connsiteX19" fmla="*/ 1648664 w 2896332"/>
              <a:gd name="connsiteY19" fmla="*/ 1582137 h 1871397"/>
              <a:gd name="connsiteX20" fmla="*/ 1376671 w 2896332"/>
              <a:gd name="connsiteY20" fmla="*/ 1700306 h 1871397"/>
              <a:gd name="connsiteX21" fmla="*/ 1415819 w 2896332"/>
              <a:gd name="connsiteY21" fmla="*/ 1334933 h 1871397"/>
              <a:gd name="connsiteX22" fmla="*/ 665501 w 2896332"/>
              <a:gd name="connsiteY22" fmla="*/ 1276212 h 1871397"/>
              <a:gd name="connsiteX23" fmla="*/ 0 w 2896332"/>
              <a:gd name="connsiteY23" fmla="*/ 1126148 h 1871397"/>
              <a:gd name="connsiteX24" fmla="*/ 13050 w 2896332"/>
              <a:gd name="connsiteY24" fmla="*/ 284488 h 1871397"/>
              <a:gd name="connsiteX25" fmla="*/ 1898646 w 2896332"/>
              <a:gd name="connsiteY25" fmla="*/ 46 h 1871397"/>
              <a:gd name="connsiteX0" fmla="*/ 2514265 w 2896332"/>
              <a:gd name="connsiteY0" fmla="*/ 466772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521033 w 2896332"/>
              <a:gd name="connsiteY5" fmla="*/ 1160421 h 1871397"/>
              <a:gd name="connsiteX6" fmla="*/ 2514265 w 2896332"/>
              <a:gd name="connsiteY6" fmla="*/ 466772 h 1871397"/>
              <a:gd name="connsiteX7" fmla="*/ 1898646 w 2896332"/>
              <a:gd name="connsiteY7" fmla="*/ 46 h 1871397"/>
              <a:gd name="connsiteX8" fmla="*/ 1969811 w 2896332"/>
              <a:gd name="connsiteY8" fmla="*/ 83938 h 1871397"/>
              <a:gd name="connsiteX9" fmla="*/ 1906617 w 2896332"/>
              <a:gd name="connsiteY9" fmla="*/ 176960 h 1871397"/>
              <a:gd name="connsiteX10" fmla="*/ 1962971 w 2896332"/>
              <a:gd name="connsiteY10" fmla="*/ 267583 h 1871397"/>
              <a:gd name="connsiteX11" fmla="*/ 1973469 w 2896332"/>
              <a:gd name="connsiteY11" fmla="*/ 784519 h 1871397"/>
              <a:gd name="connsiteX12" fmla="*/ 1866010 w 2896332"/>
              <a:gd name="connsiteY12" fmla="*/ 878218 h 1871397"/>
              <a:gd name="connsiteX13" fmla="*/ 2733769 w 2896332"/>
              <a:gd name="connsiteY13" fmla="*/ 1387129 h 1871397"/>
              <a:gd name="connsiteX14" fmla="*/ 2694623 w 2896332"/>
              <a:gd name="connsiteY14" fmla="*/ 1674208 h 1871397"/>
              <a:gd name="connsiteX15" fmla="*/ 2394496 w 2896332"/>
              <a:gd name="connsiteY15" fmla="*/ 1654634 h 1871397"/>
              <a:gd name="connsiteX16" fmla="*/ 2023060 w 2896332"/>
              <a:gd name="connsiteY16" fmla="*/ 1634793 h 1871397"/>
              <a:gd name="connsiteX17" fmla="*/ 1739085 w 2896332"/>
              <a:gd name="connsiteY17" fmla="*/ 1871397 h 1871397"/>
              <a:gd name="connsiteX18" fmla="*/ 1648664 w 2896332"/>
              <a:gd name="connsiteY18" fmla="*/ 1582137 h 1871397"/>
              <a:gd name="connsiteX19" fmla="*/ 1376671 w 2896332"/>
              <a:gd name="connsiteY19" fmla="*/ 1700306 h 1871397"/>
              <a:gd name="connsiteX20" fmla="*/ 1415819 w 2896332"/>
              <a:gd name="connsiteY20" fmla="*/ 1334933 h 1871397"/>
              <a:gd name="connsiteX21" fmla="*/ 665501 w 2896332"/>
              <a:gd name="connsiteY21" fmla="*/ 1276212 h 1871397"/>
              <a:gd name="connsiteX22" fmla="*/ 0 w 2896332"/>
              <a:gd name="connsiteY22" fmla="*/ 1126148 h 1871397"/>
              <a:gd name="connsiteX23" fmla="*/ 13050 w 2896332"/>
              <a:gd name="connsiteY23" fmla="*/ 284488 h 1871397"/>
              <a:gd name="connsiteX24" fmla="*/ 1898646 w 2896332"/>
              <a:gd name="connsiteY24" fmla="*/ 46 h 1871397"/>
              <a:gd name="connsiteX0" fmla="*/ 2514265 w 2896332"/>
              <a:gd name="connsiteY0" fmla="*/ 466772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521033 w 2896332"/>
              <a:gd name="connsiteY5" fmla="*/ 1160421 h 1871397"/>
              <a:gd name="connsiteX6" fmla="*/ 2514265 w 2896332"/>
              <a:gd name="connsiteY6" fmla="*/ 466772 h 1871397"/>
              <a:gd name="connsiteX7" fmla="*/ 1898646 w 2896332"/>
              <a:gd name="connsiteY7" fmla="*/ 46 h 1871397"/>
              <a:gd name="connsiteX8" fmla="*/ 1969811 w 2896332"/>
              <a:gd name="connsiteY8" fmla="*/ 83938 h 1871397"/>
              <a:gd name="connsiteX9" fmla="*/ 1906617 w 2896332"/>
              <a:gd name="connsiteY9" fmla="*/ 176960 h 1871397"/>
              <a:gd name="connsiteX10" fmla="*/ 1962971 w 2896332"/>
              <a:gd name="connsiteY10" fmla="*/ 267583 h 1871397"/>
              <a:gd name="connsiteX11" fmla="*/ 1973469 w 2896332"/>
              <a:gd name="connsiteY11" fmla="*/ 784519 h 1871397"/>
              <a:gd name="connsiteX12" fmla="*/ 1866010 w 2896332"/>
              <a:gd name="connsiteY12" fmla="*/ 878218 h 1871397"/>
              <a:gd name="connsiteX13" fmla="*/ 2733769 w 2896332"/>
              <a:gd name="connsiteY13" fmla="*/ 1387129 h 1871397"/>
              <a:gd name="connsiteX14" fmla="*/ 2694623 w 2896332"/>
              <a:gd name="connsiteY14" fmla="*/ 1674208 h 1871397"/>
              <a:gd name="connsiteX15" fmla="*/ 2394496 w 2896332"/>
              <a:gd name="connsiteY15" fmla="*/ 1654634 h 1871397"/>
              <a:gd name="connsiteX16" fmla="*/ 2023060 w 2896332"/>
              <a:gd name="connsiteY16" fmla="*/ 1634793 h 1871397"/>
              <a:gd name="connsiteX17" fmla="*/ 1739085 w 2896332"/>
              <a:gd name="connsiteY17" fmla="*/ 1871397 h 1871397"/>
              <a:gd name="connsiteX18" fmla="*/ 1648664 w 2896332"/>
              <a:gd name="connsiteY18" fmla="*/ 1582137 h 1871397"/>
              <a:gd name="connsiteX19" fmla="*/ 1376671 w 2896332"/>
              <a:gd name="connsiteY19" fmla="*/ 1700306 h 1871397"/>
              <a:gd name="connsiteX20" fmla="*/ 1415819 w 2896332"/>
              <a:gd name="connsiteY20" fmla="*/ 1334933 h 1871397"/>
              <a:gd name="connsiteX21" fmla="*/ 665501 w 2896332"/>
              <a:gd name="connsiteY21" fmla="*/ 1276212 h 1871397"/>
              <a:gd name="connsiteX22" fmla="*/ 0 w 2896332"/>
              <a:gd name="connsiteY22" fmla="*/ 1126148 h 1871397"/>
              <a:gd name="connsiteX23" fmla="*/ 13050 w 2896332"/>
              <a:gd name="connsiteY23" fmla="*/ 284488 h 1871397"/>
              <a:gd name="connsiteX24" fmla="*/ 1898646 w 2896332"/>
              <a:gd name="connsiteY24" fmla="*/ 46 h 1871397"/>
              <a:gd name="connsiteX0" fmla="*/ 2514265 w 2896332"/>
              <a:gd name="connsiteY0" fmla="*/ 466772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521033 w 2896332"/>
              <a:gd name="connsiteY5" fmla="*/ 1160421 h 1871397"/>
              <a:gd name="connsiteX6" fmla="*/ 2514265 w 2896332"/>
              <a:gd name="connsiteY6" fmla="*/ 466772 h 1871397"/>
              <a:gd name="connsiteX7" fmla="*/ 1898646 w 2896332"/>
              <a:gd name="connsiteY7" fmla="*/ 46 h 1871397"/>
              <a:gd name="connsiteX8" fmla="*/ 1969811 w 2896332"/>
              <a:gd name="connsiteY8" fmla="*/ 83938 h 1871397"/>
              <a:gd name="connsiteX9" fmla="*/ 1906617 w 2896332"/>
              <a:gd name="connsiteY9" fmla="*/ 176960 h 1871397"/>
              <a:gd name="connsiteX10" fmla="*/ 1962971 w 2896332"/>
              <a:gd name="connsiteY10" fmla="*/ 267583 h 1871397"/>
              <a:gd name="connsiteX11" fmla="*/ 1973469 w 2896332"/>
              <a:gd name="connsiteY11" fmla="*/ 784519 h 1871397"/>
              <a:gd name="connsiteX12" fmla="*/ 1866010 w 2896332"/>
              <a:gd name="connsiteY12" fmla="*/ 878218 h 1871397"/>
              <a:gd name="connsiteX13" fmla="*/ 2733769 w 2896332"/>
              <a:gd name="connsiteY13" fmla="*/ 1387129 h 1871397"/>
              <a:gd name="connsiteX14" fmla="*/ 2694623 w 2896332"/>
              <a:gd name="connsiteY14" fmla="*/ 1674208 h 1871397"/>
              <a:gd name="connsiteX15" fmla="*/ 2394496 w 2896332"/>
              <a:gd name="connsiteY15" fmla="*/ 1654634 h 1871397"/>
              <a:gd name="connsiteX16" fmla="*/ 2023060 w 2896332"/>
              <a:gd name="connsiteY16" fmla="*/ 1634793 h 1871397"/>
              <a:gd name="connsiteX17" fmla="*/ 1739085 w 2896332"/>
              <a:gd name="connsiteY17" fmla="*/ 1871397 h 1871397"/>
              <a:gd name="connsiteX18" fmla="*/ 1648664 w 2896332"/>
              <a:gd name="connsiteY18" fmla="*/ 1582137 h 1871397"/>
              <a:gd name="connsiteX19" fmla="*/ 1376671 w 2896332"/>
              <a:gd name="connsiteY19" fmla="*/ 1700306 h 1871397"/>
              <a:gd name="connsiteX20" fmla="*/ 1415819 w 2896332"/>
              <a:gd name="connsiteY20" fmla="*/ 1334933 h 1871397"/>
              <a:gd name="connsiteX21" fmla="*/ 665501 w 2896332"/>
              <a:gd name="connsiteY21" fmla="*/ 1276212 h 1871397"/>
              <a:gd name="connsiteX22" fmla="*/ 0 w 2896332"/>
              <a:gd name="connsiteY22" fmla="*/ 1126148 h 1871397"/>
              <a:gd name="connsiteX23" fmla="*/ 13050 w 2896332"/>
              <a:gd name="connsiteY23" fmla="*/ 284488 h 1871397"/>
              <a:gd name="connsiteX24" fmla="*/ 1898646 w 2896332"/>
              <a:gd name="connsiteY24" fmla="*/ 46 h 1871397"/>
              <a:gd name="connsiteX0" fmla="*/ 2514265 w 2896332"/>
              <a:gd name="connsiteY0" fmla="*/ 466772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521033 w 2896332"/>
              <a:gd name="connsiteY5" fmla="*/ 1160421 h 1871397"/>
              <a:gd name="connsiteX6" fmla="*/ 2514265 w 2896332"/>
              <a:gd name="connsiteY6" fmla="*/ 466772 h 1871397"/>
              <a:gd name="connsiteX7" fmla="*/ 1898646 w 2896332"/>
              <a:gd name="connsiteY7" fmla="*/ 46 h 1871397"/>
              <a:gd name="connsiteX8" fmla="*/ 1969811 w 2896332"/>
              <a:gd name="connsiteY8" fmla="*/ 83938 h 1871397"/>
              <a:gd name="connsiteX9" fmla="*/ 1906617 w 2896332"/>
              <a:gd name="connsiteY9" fmla="*/ 176960 h 1871397"/>
              <a:gd name="connsiteX10" fmla="*/ 1962971 w 2896332"/>
              <a:gd name="connsiteY10" fmla="*/ 267583 h 1871397"/>
              <a:gd name="connsiteX11" fmla="*/ 1973469 w 2896332"/>
              <a:gd name="connsiteY11" fmla="*/ 784519 h 1871397"/>
              <a:gd name="connsiteX12" fmla="*/ 1866010 w 2896332"/>
              <a:gd name="connsiteY12" fmla="*/ 878218 h 1871397"/>
              <a:gd name="connsiteX13" fmla="*/ 2733769 w 2896332"/>
              <a:gd name="connsiteY13" fmla="*/ 1387129 h 1871397"/>
              <a:gd name="connsiteX14" fmla="*/ 2694623 w 2896332"/>
              <a:gd name="connsiteY14" fmla="*/ 1639703 h 1871397"/>
              <a:gd name="connsiteX15" fmla="*/ 2394496 w 2896332"/>
              <a:gd name="connsiteY15" fmla="*/ 1654634 h 1871397"/>
              <a:gd name="connsiteX16" fmla="*/ 2023060 w 2896332"/>
              <a:gd name="connsiteY16" fmla="*/ 1634793 h 1871397"/>
              <a:gd name="connsiteX17" fmla="*/ 1739085 w 2896332"/>
              <a:gd name="connsiteY17" fmla="*/ 1871397 h 1871397"/>
              <a:gd name="connsiteX18" fmla="*/ 1648664 w 2896332"/>
              <a:gd name="connsiteY18" fmla="*/ 1582137 h 1871397"/>
              <a:gd name="connsiteX19" fmla="*/ 1376671 w 2896332"/>
              <a:gd name="connsiteY19" fmla="*/ 1700306 h 1871397"/>
              <a:gd name="connsiteX20" fmla="*/ 1415819 w 2896332"/>
              <a:gd name="connsiteY20" fmla="*/ 1334933 h 1871397"/>
              <a:gd name="connsiteX21" fmla="*/ 665501 w 2896332"/>
              <a:gd name="connsiteY21" fmla="*/ 1276212 h 1871397"/>
              <a:gd name="connsiteX22" fmla="*/ 0 w 2896332"/>
              <a:gd name="connsiteY22" fmla="*/ 1126148 h 1871397"/>
              <a:gd name="connsiteX23" fmla="*/ 13050 w 2896332"/>
              <a:gd name="connsiteY23" fmla="*/ 284488 h 1871397"/>
              <a:gd name="connsiteX24" fmla="*/ 1898646 w 2896332"/>
              <a:gd name="connsiteY24" fmla="*/ 46 h 1871397"/>
              <a:gd name="connsiteX0" fmla="*/ 2514265 w 2896332"/>
              <a:gd name="connsiteY0" fmla="*/ 466772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521033 w 2896332"/>
              <a:gd name="connsiteY5" fmla="*/ 1160421 h 1871397"/>
              <a:gd name="connsiteX6" fmla="*/ 2514265 w 2896332"/>
              <a:gd name="connsiteY6" fmla="*/ 466772 h 1871397"/>
              <a:gd name="connsiteX7" fmla="*/ 1898646 w 2896332"/>
              <a:gd name="connsiteY7" fmla="*/ 46 h 1871397"/>
              <a:gd name="connsiteX8" fmla="*/ 1969811 w 2896332"/>
              <a:gd name="connsiteY8" fmla="*/ 83938 h 1871397"/>
              <a:gd name="connsiteX9" fmla="*/ 1906617 w 2896332"/>
              <a:gd name="connsiteY9" fmla="*/ 176960 h 1871397"/>
              <a:gd name="connsiteX10" fmla="*/ 1962971 w 2896332"/>
              <a:gd name="connsiteY10" fmla="*/ 267583 h 1871397"/>
              <a:gd name="connsiteX11" fmla="*/ 1973469 w 2896332"/>
              <a:gd name="connsiteY11" fmla="*/ 784519 h 1871397"/>
              <a:gd name="connsiteX12" fmla="*/ 1866010 w 2896332"/>
              <a:gd name="connsiteY12" fmla="*/ 878218 h 1871397"/>
              <a:gd name="connsiteX13" fmla="*/ 2733769 w 2896332"/>
              <a:gd name="connsiteY13" fmla="*/ 1387129 h 1871397"/>
              <a:gd name="connsiteX14" fmla="*/ 2694623 w 2896332"/>
              <a:gd name="connsiteY14" fmla="*/ 1639703 h 1871397"/>
              <a:gd name="connsiteX15" fmla="*/ 2385869 w 2896332"/>
              <a:gd name="connsiteY15" fmla="*/ 1585623 h 1871397"/>
              <a:gd name="connsiteX16" fmla="*/ 2023060 w 2896332"/>
              <a:gd name="connsiteY16" fmla="*/ 1634793 h 1871397"/>
              <a:gd name="connsiteX17" fmla="*/ 1739085 w 2896332"/>
              <a:gd name="connsiteY17" fmla="*/ 1871397 h 1871397"/>
              <a:gd name="connsiteX18" fmla="*/ 1648664 w 2896332"/>
              <a:gd name="connsiteY18" fmla="*/ 1582137 h 1871397"/>
              <a:gd name="connsiteX19" fmla="*/ 1376671 w 2896332"/>
              <a:gd name="connsiteY19" fmla="*/ 1700306 h 1871397"/>
              <a:gd name="connsiteX20" fmla="*/ 1415819 w 2896332"/>
              <a:gd name="connsiteY20" fmla="*/ 1334933 h 1871397"/>
              <a:gd name="connsiteX21" fmla="*/ 665501 w 2896332"/>
              <a:gd name="connsiteY21" fmla="*/ 1276212 h 1871397"/>
              <a:gd name="connsiteX22" fmla="*/ 0 w 2896332"/>
              <a:gd name="connsiteY22" fmla="*/ 1126148 h 1871397"/>
              <a:gd name="connsiteX23" fmla="*/ 13050 w 2896332"/>
              <a:gd name="connsiteY23" fmla="*/ 284488 h 1871397"/>
              <a:gd name="connsiteX24" fmla="*/ 1898646 w 2896332"/>
              <a:gd name="connsiteY24" fmla="*/ 46 h 1871397"/>
              <a:gd name="connsiteX0" fmla="*/ 2514265 w 2896332"/>
              <a:gd name="connsiteY0" fmla="*/ 466772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521033 w 2896332"/>
              <a:gd name="connsiteY5" fmla="*/ 1160421 h 1871397"/>
              <a:gd name="connsiteX6" fmla="*/ 2514265 w 2896332"/>
              <a:gd name="connsiteY6" fmla="*/ 466772 h 1871397"/>
              <a:gd name="connsiteX7" fmla="*/ 1898646 w 2896332"/>
              <a:gd name="connsiteY7" fmla="*/ 46 h 1871397"/>
              <a:gd name="connsiteX8" fmla="*/ 1969811 w 2896332"/>
              <a:gd name="connsiteY8" fmla="*/ 83938 h 1871397"/>
              <a:gd name="connsiteX9" fmla="*/ 1906617 w 2896332"/>
              <a:gd name="connsiteY9" fmla="*/ 176960 h 1871397"/>
              <a:gd name="connsiteX10" fmla="*/ 1962971 w 2896332"/>
              <a:gd name="connsiteY10" fmla="*/ 267583 h 1871397"/>
              <a:gd name="connsiteX11" fmla="*/ 1973469 w 2896332"/>
              <a:gd name="connsiteY11" fmla="*/ 784519 h 1871397"/>
              <a:gd name="connsiteX12" fmla="*/ 1866010 w 2896332"/>
              <a:gd name="connsiteY12" fmla="*/ 878218 h 1871397"/>
              <a:gd name="connsiteX13" fmla="*/ 2733769 w 2896332"/>
              <a:gd name="connsiteY13" fmla="*/ 1387129 h 1871397"/>
              <a:gd name="connsiteX14" fmla="*/ 2694623 w 2896332"/>
              <a:gd name="connsiteY14" fmla="*/ 1639703 h 1871397"/>
              <a:gd name="connsiteX15" fmla="*/ 2385869 w 2896332"/>
              <a:gd name="connsiteY15" fmla="*/ 1585623 h 1871397"/>
              <a:gd name="connsiteX16" fmla="*/ 2074819 w 2896332"/>
              <a:gd name="connsiteY16" fmla="*/ 1565782 h 1871397"/>
              <a:gd name="connsiteX17" fmla="*/ 1739085 w 2896332"/>
              <a:gd name="connsiteY17" fmla="*/ 1871397 h 1871397"/>
              <a:gd name="connsiteX18" fmla="*/ 1648664 w 2896332"/>
              <a:gd name="connsiteY18" fmla="*/ 1582137 h 1871397"/>
              <a:gd name="connsiteX19" fmla="*/ 1376671 w 2896332"/>
              <a:gd name="connsiteY19" fmla="*/ 1700306 h 1871397"/>
              <a:gd name="connsiteX20" fmla="*/ 1415819 w 2896332"/>
              <a:gd name="connsiteY20" fmla="*/ 1334933 h 1871397"/>
              <a:gd name="connsiteX21" fmla="*/ 665501 w 2896332"/>
              <a:gd name="connsiteY21" fmla="*/ 1276212 h 1871397"/>
              <a:gd name="connsiteX22" fmla="*/ 0 w 2896332"/>
              <a:gd name="connsiteY22" fmla="*/ 1126148 h 1871397"/>
              <a:gd name="connsiteX23" fmla="*/ 13050 w 2896332"/>
              <a:gd name="connsiteY23" fmla="*/ 284488 h 1871397"/>
              <a:gd name="connsiteX24" fmla="*/ 1898646 w 2896332"/>
              <a:gd name="connsiteY24" fmla="*/ 46 h 1871397"/>
              <a:gd name="connsiteX0" fmla="*/ 2514265 w 2896332"/>
              <a:gd name="connsiteY0" fmla="*/ 468202 h 1872827"/>
              <a:gd name="connsiteX1" fmla="*/ 2655476 w 2896332"/>
              <a:gd name="connsiteY1" fmla="*/ 586045 h 1872827"/>
              <a:gd name="connsiteX2" fmla="*/ 2828170 w 2896332"/>
              <a:gd name="connsiteY2" fmla="*/ 1011931 h 1872827"/>
              <a:gd name="connsiteX3" fmla="*/ 2883834 w 2896332"/>
              <a:gd name="connsiteY3" fmla="*/ 1310265 h 1872827"/>
              <a:gd name="connsiteX4" fmla="*/ 2799743 w 2896332"/>
              <a:gd name="connsiteY4" fmla="*/ 1673528 h 1872827"/>
              <a:gd name="connsiteX5" fmla="*/ 2521033 w 2896332"/>
              <a:gd name="connsiteY5" fmla="*/ 1161851 h 1872827"/>
              <a:gd name="connsiteX6" fmla="*/ 2514265 w 2896332"/>
              <a:gd name="connsiteY6" fmla="*/ 468202 h 1872827"/>
              <a:gd name="connsiteX7" fmla="*/ 1898646 w 2896332"/>
              <a:gd name="connsiteY7" fmla="*/ 1476 h 1872827"/>
              <a:gd name="connsiteX8" fmla="*/ 1906617 w 2896332"/>
              <a:gd name="connsiteY8" fmla="*/ 178390 h 1872827"/>
              <a:gd name="connsiteX9" fmla="*/ 1962971 w 2896332"/>
              <a:gd name="connsiteY9" fmla="*/ 269013 h 1872827"/>
              <a:gd name="connsiteX10" fmla="*/ 1973469 w 2896332"/>
              <a:gd name="connsiteY10" fmla="*/ 785949 h 1872827"/>
              <a:gd name="connsiteX11" fmla="*/ 1866010 w 2896332"/>
              <a:gd name="connsiteY11" fmla="*/ 879648 h 1872827"/>
              <a:gd name="connsiteX12" fmla="*/ 2733769 w 2896332"/>
              <a:gd name="connsiteY12" fmla="*/ 1388559 h 1872827"/>
              <a:gd name="connsiteX13" fmla="*/ 2694623 w 2896332"/>
              <a:gd name="connsiteY13" fmla="*/ 1641133 h 1872827"/>
              <a:gd name="connsiteX14" fmla="*/ 2385869 w 2896332"/>
              <a:gd name="connsiteY14" fmla="*/ 1587053 h 1872827"/>
              <a:gd name="connsiteX15" fmla="*/ 2074819 w 2896332"/>
              <a:gd name="connsiteY15" fmla="*/ 1567212 h 1872827"/>
              <a:gd name="connsiteX16" fmla="*/ 1739085 w 2896332"/>
              <a:gd name="connsiteY16" fmla="*/ 1872827 h 1872827"/>
              <a:gd name="connsiteX17" fmla="*/ 1648664 w 2896332"/>
              <a:gd name="connsiteY17" fmla="*/ 1583567 h 1872827"/>
              <a:gd name="connsiteX18" fmla="*/ 1376671 w 2896332"/>
              <a:gd name="connsiteY18" fmla="*/ 1701736 h 1872827"/>
              <a:gd name="connsiteX19" fmla="*/ 1415819 w 2896332"/>
              <a:gd name="connsiteY19" fmla="*/ 1336363 h 1872827"/>
              <a:gd name="connsiteX20" fmla="*/ 665501 w 2896332"/>
              <a:gd name="connsiteY20" fmla="*/ 1277642 h 1872827"/>
              <a:gd name="connsiteX21" fmla="*/ 0 w 2896332"/>
              <a:gd name="connsiteY21" fmla="*/ 1127578 h 1872827"/>
              <a:gd name="connsiteX22" fmla="*/ 13050 w 2896332"/>
              <a:gd name="connsiteY22" fmla="*/ 285918 h 1872827"/>
              <a:gd name="connsiteX23" fmla="*/ 1898646 w 2896332"/>
              <a:gd name="connsiteY23" fmla="*/ 1476 h 1872827"/>
              <a:gd name="connsiteX0" fmla="*/ 2514265 w 2896332"/>
              <a:gd name="connsiteY0" fmla="*/ 466772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521033 w 2896332"/>
              <a:gd name="connsiteY5" fmla="*/ 1160421 h 1871397"/>
              <a:gd name="connsiteX6" fmla="*/ 2514265 w 2896332"/>
              <a:gd name="connsiteY6" fmla="*/ 466772 h 1871397"/>
              <a:gd name="connsiteX7" fmla="*/ 1898646 w 2896332"/>
              <a:gd name="connsiteY7" fmla="*/ 46 h 1871397"/>
              <a:gd name="connsiteX8" fmla="*/ 1962971 w 2896332"/>
              <a:gd name="connsiteY8" fmla="*/ 267583 h 1871397"/>
              <a:gd name="connsiteX9" fmla="*/ 1973469 w 2896332"/>
              <a:gd name="connsiteY9" fmla="*/ 784519 h 1871397"/>
              <a:gd name="connsiteX10" fmla="*/ 1866010 w 2896332"/>
              <a:gd name="connsiteY10" fmla="*/ 878218 h 1871397"/>
              <a:gd name="connsiteX11" fmla="*/ 2733769 w 2896332"/>
              <a:gd name="connsiteY11" fmla="*/ 1387129 h 1871397"/>
              <a:gd name="connsiteX12" fmla="*/ 2694623 w 2896332"/>
              <a:gd name="connsiteY12" fmla="*/ 1639703 h 1871397"/>
              <a:gd name="connsiteX13" fmla="*/ 2385869 w 2896332"/>
              <a:gd name="connsiteY13" fmla="*/ 1585623 h 1871397"/>
              <a:gd name="connsiteX14" fmla="*/ 2074819 w 2896332"/>
              <a:gd name="connsiteY14" fmla="*/ 1565782 h 1871397"/>
              <a:gd name="connsiteX15" fmla="*/ 1739085 w 2896332"/>
              <a:gd name="connsiteY15" fmla="*/ 1871397 h 1871397"/>
              <a:gd name="connsiteX16" fmla="*/ 1648664 w 2896332"/>
              <a:gd name="connsiteY16" fmla="*/ 1582137 h 1871397"/>
              <a:gd name="connsiteX17" fmla="*/ 1376671 w 2896332"/>
              <a:gd name="connsiteY17" fmla="*/ 1700306 h 1871397"/>
              <a:gd name="connsiteX18" fmla="*/ 1415819 w 2896332"/>
              <a:gd name="connsiteY18" fmla="*/ 1334933 h 1871397"/>
              <a:gd name="connsiteX19" fmla="*/ 665501 w 2896332"/>
              <a:gd name="connsiteY19" fmla="*/ 1276212 h 1871397"/>
              <a:gd name="connsiteX20" fmla="*/ 0 w 2896332"/>
              <a:gd name="connsiteY20" fmla="*/ 1126148 h 1871397"/>
              <a:gd name="connsiteX21" fmla="*/ 13050 w 2896332"/>
              <a:gd name="connsiteY21" fmla="*/ 284488 h 1871397"/>
              <a:gd name="connsiteX22" fmla="*/ 1898646 w 2896332"/>
              <a:gd name="connsiteY22" fmla="*/ 46 h 1871397"/>
              <a:gd name="connsiteX0" fmla="*/ 2514265 w 2896332"/>
              <a:gd name="connsiteY0" fmla="*/ 466772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521033 w 2896332"/>
              <a:gd name="connsiteY5" fmla="*/ 1160421 h 1871397"/>
              <a:gd name="connsiteX6" fmla="*/ 2514265 w 2896332"/>
              <a:gd name="connsiteY6" fmla="*/ 466772 h 1871397"/>
              <a:gd name="connsiteX7" fmla="*/ 1898646 w 2896332"/>
              <a:gd name="connsiteY7" fmla="*/ 46 h 1871397"/>
              <a:gd name="connsiteX8" fmla="*/ 1962971 w 2896332"/>
              <a:gd name="connsiteY8" fmla="*/ 267583 h 1871397"/>
              <a:gd name="connsiteX9" fmla="*/ 1973469 w 2896332"/>
              <a:gd name="connsiteY9" fmla="*/ 784519 h 1871397"/>
              <a:gd name="connsiteX10" fmla="*/ 1866010 w 2896332"/>
              <a:gd name="connsiteY10" fmla="*/ 878218 h 1871397"/>
              <a:gd name="connsiteX11" fmla="*/ 2733769 w 2896332"/>
              <a:gd name="connsiteY11" fmla="*/ 1387129 h 1871397"/>
              <a:gd name="connsiteX12" fmla="*/ 2694623 w 2896332"/>
              <a:gd name="connsiteY12" fmla="*/ 1639703 h 1871397"/>
              <a:gd name="connsiteX13" fmla="*/ 2385869 w 2896332"/>
              <a:gd name="connsiteY13" fmla="*/ 1585623 h 1871397"/>
              <a:gd name="connsiteX14" fmla="*/ 2074819 w 2896332"/>
              <a:gd name="connsiteY14" fmla="*/ 1565782 h 1871397"/>
              <a:gd name="connsiteX15" fmla="*/ 1739085 w 2896332"/>
              <a:gd name="connsiteY15" fmla="*/ 1871397 h 1871397"/>
              <a:gd name="connsiteX16" fmla="*/ 1648664 w 2896332"/>
              <a:gd name="connsiteY16" fmla="*/ 1582137 h 1871397"/>
              <a:gd name="connsiteX17" fmla="*/ 1376671 w 2896332"/>
              <a:gd name="connsiteY17" fmla="*/ 1700306 h 1871397"/>
              <a:gd name="connsiteX18" fmla="*/ 1415819 w 2896332"/>
              <a:gd name="connsiteY18" fmla="*/ 1334933 h 1871397"/>
              <a:gd name="connsiteX19" fmla="*/ 665501 w 2896332"/>
              <a:gd name="connsiteY19" fmla="*/ 1276212 h 1871397"/>
              <a:gd name="connsiteX20" fmla="*/ 0 w 2896332"/>
              <a:gd name="connsiteY20" fmla="*/ 1126148 h 1871397"/>
              <a:gd name="connsiteX21" fmla="*/ 13050 w 2896332"/>
              <a:gd name="connsiteY21" fmla="*/ 284488 h 1871397"/>
              <a:gd name="connsiteX22" fmla="*/ 1898646 w 2896332"/>
              <a:gd name="connsiteY22" fmla="*/ 46 h 1871397"/>
              <a:gd name="connsiteX0" fmla="*/ 2514265 w 2896332"/>
              <a:gd name="connsiteY0" fmla="*/ 466772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521033 w 2896332"/>
              <a:gd name="connsiteY5" fmla="*/ 1160421 h 1871397"/>
              <a:gd name="connsiteX6" fmla="*/ 2514265 w 2896332"/>
              <a:gd name="connsiteY6" fmla="*/ 466772 h 1871397"/>
              <a:gd name="connsiteX7" fmla="*/ 1898646 w 2896332"/>
              <a:gd name="connsiteY7" fmla="*/ 46 h 1871397"/>
              <a:gd name="connsiteX8" fmla="*/ 1941303 w 2896332"/>
              <a:gd name="connsiteY8" fmla="*/ 293585 h 1871397"/>
              <a:gd name="connsiteX9" fmla="*/ 1973469 w 2896332"/>
              <a:gd name="connsiteY9" fmla="*/ 784519 h 1871397"/>
              <a:gd name="connsiteX10" fmla="*/ 1866010 w 2896332"/>
              <a:gd name="connsiteY10" fmla="*/ 878218 h 1871397"/>
              <a:gd name="connsiteX11" fmla="*/ 2733769 w 2896332"/>
              <a:gd name="connsiteY11" fmla="*/ 1387129 h 1871397"/>
              <a:gd name="connsiteX12" fmla="*/ 2694623 w 2896332"/>
              <a:gd name="connsiteY12" fmla="*/ 1639703 h 1871397"/>
              <a:gd name="connsiteX13" fmla="*/ 2385869 w 2896332"/>
              <a:gd name="connsiteY13" fmla="*/ 1585623 h 1871397"/>
              <a:gd name="connsiteX14" fmla="*/ 2074819 w 2896332"/>
              <a:gd name="connsiteY14" fmla="*/ 1565782 h 1871397"/>
              <a:gd name="connsiteX15" fmla="*/ 1739085 w 2896332"/>
              <a:gd name="connsiteY15" fmla="*/ 1871397 h 1871397"/>
              <a:gd name="connsiteX16" fmla="*/ 1648664 w 2896332"/>
              <a:gd name="connsiteY16" fmla="*/ 1582137 h 1871397"/>
              <a:gd name="connsiteX17" fmla="*/ 1376671 w 2896332"/>
              <a:gd name="connsiteY17" fmla="*/ 1700306 h 1871397"/>
              <a:gd name="connsiteX18" fmla="*/ 1415819 w 2896332"/>
              <a:gd name="connsiteY18" fmla="*/ 1334933 h 1871397"/>
              <a:gd name="connsiteX19" fmla="*/ 665501 w 2896332"/>
              <a:gd name="connsiteY19" fmla="*/ 1276212 h 1871397"/>
              <a:gd name="connsiteX20" fmla="*/ 0 w 2896332"/>
              <a:gd name="connsiteY20" fmla="*/ 1126148 h 1871397"/>
              <a:gd name="connsiteX21" fmla="*/ 13050 w 2896332"/>
              <a:gd name="connsiteY21" fmla="*/ 284488 h 1871397"/>
              <a:gd name="connsiteX22" fmla="*/ 1898646 w 2896332"/>
              <a:gd name="connsiteY22" fmla="*/ 46 h 1871397"/>
              <a:gd name="connsiteX0" fmla="*/ 2514265 w 2896332"/>
              <a:gd name="connsiteY0" fmla="*/ 466772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521033 w 2896332"/>
              <a:gd name="connsiteY5" fmla="*/ 1160421 h 1871397"/>
              <a:gd name="connsiteX6" fmla="*/ 2514265 w 2896332"/>
              <a:gd name="connsiteY6" fmla="*/ 466772 h 1871397"/>
              <a:gd name="connsiteX7" fmla="*/ 1898646 w 2896332"/>
              <a:gd name="connsiteY7" fmla="*/ 46 h 1871397"/>
              <a:gd name="connsiteX8" fmla="*/ 1941303 w 2896332"/>
              <a:gd name="connsiteY8" fmla="*/ 293585 h 1871397"/>
              <a:gd name="connsiteX9" fmla="*/ 1973469 w 2896332"/>
              <a:gd name="connsiteY9" fmla="*/ 784519 h 1871397"/>
              <a:gd name="connsiteX10" fmla="*/ 1866010 w 2896332"/>
              <a:gd name="connsiteY10" fmla="*/ 878218 h 1871397"/>
              <a:gd name="connsiteX11" fmla="*/ 2733769 w 2896332"/>
              <a:gd name="connsiteY11" fmla="*/ 1387129 h 1871397"/>
              <a:gd name="connsiteX12" fmla="*/ 2694623 w 2896332"/>
              <a:gd name="connsiteY12" fmla="*/ 1639703 h 1871397"/>
              <a:gd name="connsiteX13" fmla="*/ 2385869 w 2896332"/>
              <a:gd name="connsiteY13" fmla="*/ 1585623 h 1871397"/>
              <a:gd name="connsiteX14" fmla="*/ 2074819 w 2896332"/>
              <a:gd name="connsiteY14" fmla="*/ 1565782 h 1871397"/>
              <a:gd name="connsiteX15" fmla="*/ 1739085 w 2896332"/>
              <a:gd name="connsiteY15" fmla="*/ 1871397 h 1871397"/>
              <a:gd name="connsiteX16" fmla="*/ 1648664 w 2896332"/>
              <a:gd name="connsiteY16" fmla="*/ 1582137 h 1871397"/>
              <a:gd name="connsiteX17" fmla="*/ 1376671 w 2896332"/>
              <a:gd name="connsiteY17" fmla="*/ 1700306 h 1871397"/>
              <a:gd name="connsiteX18" fmla="*/ 1415819 w 2896332"/>
              <a:gd name="connsiteY18" fmla="*/ 1334933 h 1871397"/>
              <a:gd name="connsiteX19" fmla="*/ 665501 w 2896332"/>
              <a:gd name="connsiteY19" fmla="*/ 1276212 h 1871397"/>
              <a:gd name="connsiteX20" fmla="*/ 0 w 2896332"/>
              <a:gd name="connsiteY20" fmla="*/ 1126148 h 1871397"/>
              <a:gd name="connsiteX21" fmla="*/ 13050 w 2896332"/>
              <a:gd name="connsiteY21" fmla="*/ 284488 h 1871397"/>
              <a:gd name="connsiteX22" fmla="*/ 1898646 w 2896332"/>
              <a:gd name="connsiteY22" fmla="*/ 46 h 1871397"/>
              <a:gd name="connsiteX0" fmla="*/ 2514265 w 2896332"/>
              <a:gd name="connsiteY0" fmla="*/ 466772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521033 w 2896332"/>
              <a:gd name="connsiteY5" fmla="*/ 1160421 h 1871397"/>
              <a:gd name="connsiteX6" fmla="*/ 2514265 w 2896332"/>
              <a:gd name="connsiteY6" fmla="*/ 466772 h 1871397"/>
              <a:gd name="connsiteX7" fmla="*/ 1898646 w 2896332"/>
              <a:gd name="connsiteY7" fmla="*/ 46 h 1871397"/>
              <a:gd name="connsiteX8" fmla="*/ 1941303 w 2896332"/>
              <a:gd name="connsiteY8" fmla="*/ 293585 h 1871397"/>
              <a:gd name="connsiteX9" fmla="*/ 1973469 w 2896332"/>
              <a:gd name="connsiteY9" fmla="*/ 784519 h 1871397"/>
              <a:gd name="connsiteX10" fmla="*/ 1866010 w 2896332"/>
              <a:gd name="connsiteY10" fmla="*/ 878218 h 1871397"/>
              <a:gd name="connsiteX11" fmla="*/ 2733769 w 2896332"/>
              <a:gd name="connsiteY11" fmla="*/ 1387129 h 1871397"/>
              <a:gd name="connsiteX12" fmla="*/ 2694623 w 2896332"/>
              <a:gd name="connsiteY12" fmla="*/ 1639703 h 1871397"/>
              <a:gd name="connsiteX13" fmla="*/ 2385869 w 2896332"/>
              <a:gd name="connsiteY13" fmla="*/ 1585623 h 1871397"/>
              <a:gd name="connsiteX14" fmla="*/ 2074819 w 2896332"/>
              <a:gd name="connsiteY14" fmla="*/ 1565782 h 1871397"/>
              <a:gd name="connsiteX15" fmla="*/ 1739085 w 2896332"/>
              <a:gd name="connsiteY15" fmla="*/ 1871397 h 1871397"/>
              <a:gd name="connsiteX16" fmla="*/ 1648664 w 2896332"/>
              <a:gd name="connsiteY16" fmla="*/ 1582137 h 1871397"/>
              <a:gd name="connsiteX17" fmla="*/ 1376671 w 2896332"/>
              <a:gd name="connsiteY17" fmla="*/ 1700306 h 1871397"/>
              <a:gd name="connsiteX18" fmla="*/ 1415819 w 2896332"/>
              <a:gd name="connsiteY18" fmla="*/ 1334933 h 1871397"/>
              <a:gd name="connsiteX19" fmla="*/ 665501 w 2896332"/>
              <a:gd name="connsiteY19" fmla="*/ 1276212 h 1871397"/>
              <a:gd name="connsiteX20" fmla="*/ 0 w 2896332"/>
              <a:gd name="connsiteY20" fmla="*/ 1126148 h 1871397"/>
              <a:gd name="connsiteX21" fmla="*/ 13050 w 2896332"/>
              <a:gd name="connsiteY21" fmla="*/ 284488 h 1871397"/>
              <a:gd name="connsiteX22" fmla="*/ 1898646 w 2896332"/>
              <a:gd name="connsiteY22" fmla="*/ 46 h 1871397"/>
              <a:gd name="connsiteX0" fmla="*/ 2514265 w 2896332"/>
              <a:gd name="connsiteY0" fmla="*/ 466772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521033 w 2896332"/>
              <a:gd name="connsiteY5" fmla="*/ 1160421 h 1871397"/>
              <a:gd name="connsiteX6" fmla="*/ 2514265 w 2896332"/>
              <a:gd name="connsiteY6" fmla="*/ 466772 h 1871397"/>
              <a:gd name="connsiteX7" fmla="*/ 1898646 w 2896332"/>
              <a:gd name="connsiteY7" fmla="*/ 46 h 1871397"/>
              <a:gd name="connsiteX8" fmla="*/ 1941303 w 2896332"/>
              <a:gd name="connsiteY8" fmla="*/ 293585 h 1871397"/>
              <a:gd name="connsiteX9" fmla="*/ 1973469 w 2896332"/>
              <a:gd name="connsiteY9" fmla="*/ 784519 h 1871397"/>
              <a:gd name="connsiteX10" fmla="*/ 1866010 w 2896332"/>
              <a:gd name="connsiteY10" fmla="*/ 878218 h 1871397"/>
              <a:gd name="connsiteX11" fmla="*/ 2733769 w 2896332"/>
              <a:gd name="connsiteY11" fmla="*/ 1387129 h 1871397"/>
              <a:gd name="connsiteX12" fmla="*/ 2694623 w 2896332"/>
              <a:gd name="connsiteY12" fmla="*/ 1639703 h 1871397"/>
              <a:gd name="connsiteX13" fmla="*/ 2385869 w 2896332"/>
              <a:gd name="connsiteY13" fmla="*/ 1585623 h 1871397"/>
              <a:gd name="connsiteX14" fmla="*/ 2074819 w 2896332"/>
              <a:gd name="connsiteY14" fmla="*/ 1565782 h 1871397"/>
              <a:gd name="connsiteX15" fmla="*/ 1739085 w 2896332"/>
              <a:gd name="connsiteY15" fmla="*/ 1871397 h 1871397"/>
              <a:gd name="connsiteX16" fmla="*/ 1648664 w 2896332"/>
              <a:gd name="connsiteY16" fmla="*/ 1582137 h 1871397"/>
              <a:gd name="connsiteX17" fmla="*/ 1376671 w 2896332"/>
              <a:gd name="connsiteY17" fmla="*/ 1700306 h 1871397"/>
              <a:gd name="connsiteX18" fmla="*/ 1415819 w 2896332"/>
              <a:gd name="connsiteY18" fmla="*/ 1334933 h 1871397"/>
              <a:gd name="connsiteX19" fmla="*/ 665501 w 2896332"/>
              <a:gd name="connsiteY19" fmla="*/ 1276212 h 1871397"/>
              <a:gd name="connsiteX20" fmla="*/ 0 w 2896332"/>
              <a:gd name="connsiteY20" fmla="*/ 1126148 h 1871397"/>
              <a:gd name="connsiteX21" fmla="*/ 13050 w 2896332"/>
              <a:gd name="connsiteY21" fmla="*/ 284488 h 1871397"/>
              <a:gd name="connsiteX22" fmla="*/ 1898646 w 2896332"/>
              <a:gd name="connsiteY22" fmla="*/ 46 h 1871397"/>
              <a:gd name="connsiteX0" fmla="*/ 2514265 w 2896332"/>
              <a:gd name="connsiteY0" fmla="*/ 466772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521033 w 2896332"/>
              <a:gd name="connsiteY5" fmla="*/ 1160421 h 1871397"/>
              <a:gd name="connsiteX6" fmla="*/ 2514265 w 2896332"/>
              <a:gd name="connsiteY6" fmla="*/ 466772 h 1871397"/>
              <a:gd name="connsiteX7" fmla="*/ 1898646 w 2896332"/>
              <a:gd name="connsiteY7" fmla="*/ 46 h 1871397"/>
              <a:gd name="connsiteX8" fmla="*/ 1941303 w 2896332"/>
              <a:gd name="connsiteY8" fmla="*/ 293585 h 1871397"/>
              <a:gd name="connsiteX9" fmla="*/ 1974640 w 2896332"/>
              <a:gd name="connsiteY9" fmla="*/ 533402 h 1871397"/>
              <a:gd name="connsiteX10" fmla="*/ 1973469 w 2896332"/>
              <a:gd name="connsiteY10" fmla="*/ 784519 h 1871397"/>
              <a:gd name="connsiteX11" fmla="*/ 1866010 w 2896332"/>
              <a:gd name="connsiteY11" fmla="*/ 878218 h 1871397"/>
              <a:gd name="connsiteX12" fmla="*/ 2733769 w 2896332"/>
              <a:gd name="connsiteY12" fmla="*/ 1387129 h 1871397"/>
              <a:gd name="connsiteX13" fmla="*/ 2694623 w 2896332"/>
              <a:gd name="connsiteY13" fmla="*/ 1639703 h 1871397"/>
              <a:gd name="connsiteX14" fmla="*/ 2385869 w 2896332"/>
              <a:gd name="connsiteY14" fmla="*/ 1585623 h 1871397"/>
              <a:gd name="connsiteX15" fmla="*/ 2074819 w 2896332"/>
              <a:gd name="connsiteY15" fmla="*/ 1565782 h 1871397"/>
              <a:gd name="connsiteX16" fmla="*/ 1739085 w 2896332"/>
              <a:gd name="connsiteY16" fmla="*/ 1871397 h 1871397"/>
              <a:gd name="connsiteX17" fmla="*/ 1648664 w 2896332"/>
              <a:gd name="connsiteY17" fmla="*/ 1582137 h 1871397"/>
              <a:gd name="connsiteX18" fmla="*/ 1376671 w 2896332"/>
              <a:gd name="connsiteY18" fmla="*/ 1700306 h 1871397"/>
              <a:gd name="connsiteX19" fmla="*/ 1415819 w 2896332"/>
              <a:gd name="connsiteY19" fmla="*/ 1334933 h 1871397"/>
              <a:gd name="connsiteX20" fmla="*/ 665501 w 2896332"/>
              <a:gd name="connsiteY20" fmla="*/ 1276212 h 1871397"/>
              <a:gd name="connsiteX21" fmla="*/ 0 w 2896332"/>
              <a:gd name="connsiteY21" fmla="*/ 1126148 h 1871397"/>
              <a:gd name="connsiteX22" fmla="*/ 13050 w 2896332"/>
              <a:gd name="connsiteY22" fmla="*/ 284488 h 1871397"/>
              <a:gd name="connsiteX23" fmla="*/ 1898646 w 2896332"/>
              <a:gd name="connsiteY23" fmla="*/ 46 h 1871397"/>
              <a:gd name="connsiteX0" fmla="*/ 2514265 w 2896332"/>
              <a:gd name="connsiteY0" fmla="*/ 466772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521033 w 2896332"/>
              <a:gd name="connsiteY5" fmla="*/ 1160421 h 1871397"/>
              <a:gd name="connsiteX6" fmla="*/ 2514265 w 2896332"/>
              <a:gd name="connsiteY6" fmla="*/ 466772 h 1871397"/>
              <a:gd name="connsiteX7" fmla="*/ 1898646 w 2896332"/>
              <a:gd name="connsiteY7" fmla="*/ 46 h 1871397"/>
              <a:gd name="connsiteX8" fmla="*/ 1941303 w 2896332"/>
              <a:gd name="connsiteY8" fmla="*/ 293585 h 1871397"/>
              <a:gd name="connsiteX9" fmla="*/ 1974640 w 2896332"/>
              <a:gd name="connsiteY9" fmla="*/ 533402 h 1871397"/>
              <a:gd name="connsiteX10" fmla="*/ 1973469 w 2896332"/>
              <a:gd name="connsiteY10" fmla="*/ 784519 h 1871397"/>
              <a:gd name="connsiteX11" fmla="*/ 1866010 w 2896332"/>
              <a:gd name="connsiteY11" fmla="*/ 878218 h 1871397"/>
              <a:gd name="connsiteX12" fmla="*/ 2733769 w 2896332"/>
              <a:gd name="connsiteY12" fmla="*/ 1387129 h 1871397"/>
              <a:gd name="connsiteX13" fmla="*/ 2694623 w 2896332"/>
              <a:gd name="connsiteY13" fmla="*/ 1639703 h 1871397"/>
              <a:gd name="connsiteX14" fmla="*/ 2385869 w 2896332"/>
              <a:gd name="connsiteY14" fmla="*/ 1585623 h 1871397"/>
              <a:gd name="connsiteX15" fmla="*/ 2074819 w 2896332"/>
              <a:gd name="connsiteY15" fmla="*/ 1565782 h 1871397"/>
              <a:gd name="connsiteX16" fmla="*/ 1739085 w 2896332"/>
              <a:gd name="connsiteY16" fmla="*/ 1871397 h 1871397"/>
              <a:gd name="connsiteX17" fmla="*/ 1648664 w 2896332"/>
              <a:gd name="connsiteY17" fmla="*/ 1582137 h 1871397"/>
              <a:gd name="connsiteX18" fmla="*/ 1376671 w 2896332"/>
              <a:gd name="connsiteY18" fmla="*/ 1700306 h 1871397"/>
              <a:gd name="connsiteX19" fmla="*/ 1415819 w 2896332"/>
              <a:gd name="connsiteY19" fmla="*/ 1334933 h 1871397"/>
              <a:gd name="connsiteX20" fmla="*/ 665501 w 2896332"/>
              <a:gd name="connsiteY20" fmla="*/ 1276212 h 1871397"/>
              <a:gd name="connsiteX21" fmla="*/ 0 w 2896332"/>
              <a:gd name="connsiteY21" fmla="*/ 1126148 h 1871397"/>
              <a:gd name="connsiteX22" fmla="*/ 13050 w 2896332"/>
              <a:gd name="connsiteY22" fmla="*/ 284488 h 1871397"/>
              <a:gd name="connsiteX23" fmla="*/ 1898646 w 2896332"/>
              <a:gd name="connsiteY23" fmla="*/ 46 h 1871397"/>
              <a:gd name="connsiteX0" fmla="*/ 2243048 w 2896332"/>
              <a:gd name="connsiteY0" fmla="*/ 269861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521033 w 2896332"/>
              <a:gd name="connsiteY5" fmla="*/ 1160421 h 1871397"/>
              <a:gd name="connsiteX6" fmla="*/ 2243048 w 2896332"/>
              <a:gd name="connsiteY6" fmla="*/ 269861 h 1871397"/>
              <a:gd name="connsiteX7" fmla="*/ 1898646 w 2896332"/>
              <a:gd name="connsiteY7" fmla="*/ 46 h 1871397"/>
              <a:gd name="connsiteX8" fmla="*/ 1941303 w 2896332"/>
              <a:gd name="connsiteY8" fmla="*/ 293585 h 1871397"/>
              <a:gd name="connsiteX9" fmla="*/ 1974640 w 2896332"/>
              <a:gd name="connsiteY9" fmla="*/ 533402 h 1871397"/>
              <a:gd name="connsiteX10" fmla="*/ 1973469 w 2896332"/>
              <a:gd name="connsiteY10" fmla="*/ 784519 h 1871397"/>
              <a:gd name="connsiteX11" fmla="*/ 1866010 w 2896332"/>
              <a:gd name="connsiteY11" fmla="*/ 878218 h 1871397"/>
              <a:gd name="connsiteX12" fmla="*/ 2733769 w 2896332"/>
              <a:gd name="connsiteY12" fmla="*/ 1387129 h 1871397"/>
              <a:gd name="connsiteX13" fmla="*/ 2694623 w 2896332"/>
              <a:gd name="connsiteY13" fmla="*/ 1639703 h 1871397"/>
              <a:gd name="connsiteX14" fmla="*/ 2385869 w 2896332"/>
              <a:gd name="connsiteY14" fmla="*/ 1585623 h 1871397"/>
              <a:gd name="connsiteX15" fmla="*/ 2074819 w 2896332"/>
              <a:gd name="connsiteY15" fmla="*/ 1565782 h 1871397"/>
              <a:gd name="connsiteX16" fmla="*/ 1739085 w 2896332"/>
              <a:gd name="connsiteY16" fmla="*/ 1871397 h 1871397"/>
              <a:gd name="connsiteX17" fmla="*/ 1648664 w 2896332"/>
              <a:gd name="connsiteY17" fmla="*/ 1582137 h 1871397"/>
              <a:gd name="connsiteX18" fmla="*/ 1376671 w 2896332"/>
              <a:gd name="connsiteY18" fmla="*/ 1700306 h 1871397"/>
              <a:gd name="connsiteX19" fmla="*/ 1415819 w 2896332"/>
              <a:gd name="connsiteY19" fmla="*/ 1334933 h 1871397"/>
              <a:gd name="connsiteX20" fmla="*/ 665501 w 2896332"/>
              <a:gd name="connsiteY20" fmla="*/ 1276212 h 1871397"/>
              <a:gd name="connsiteX21" fmla="*/ 0 w 2896332"/>
              <a:gd name="connsiteY21" fmla="*/ 1126148 h 1871397"/>
              <a:gd name="connsiteX22" fmla="*/ 13050 w 2896332"/>
              <a:gd name="connsiteY22" fmla="*/ 284488 h 1871397"/>
              <a:gd name="connsiteX23" fmla="*/ 1898646 w 2896332"/>
              <a:gd name="connsiteY23" fmla="*/ 46 h 1871397"/>
              <a:gd name="connsiteX0" fmla="*/ 2243048 w 2896332"/>
              <a:gd name="connsiteY0" fmla="*/ 269861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521033 w 2896332"/>
              <a:gd name="connsiteY5" fmla="*/ 1160421 h 1871397"/>
              <a:gd name="connsiteX6" fmla="*/ 2243048 w 2896332"/>
              <a:gd name="connsiteY6" fmla="*/ 269861 h 1871397"/>
              <a:gd name="connsiteX7" fmla="*/ 1898646 w 2896332"/>
              <a:gd name="connsiteY7" fmla="*/ 46 h 1871397"/>
              <a:gd name="connsiteX8" fmla="*/ 1941303 w 2896332"/>
              <a:gd name="connsiteY8" fmla="*/ 293585 h 1871397"/>
              <a:gd name="connsiteX9" fmla="*/ 1974640 w 2896332"/>
              <a:gd name="connsiteY9" fmla="*/ 533402 h 1871397"/>
              <a:gd name="connsiteX10" fmla="*/ 1973469 w 2896332"/>
              <a:gd name="connsiteY10" fmla="*/ 784519 h 1871397"/>
              <a:gd name="connsiteX11" fmla="*/ 1866010 w 2896332"/>
              <a:gd name="connsiteY11" fmla="*/ 878218 h 1871397"/>
              <a:gd name="connsiteX12" fmla="*/ 2733769 w 2896332"/>
              <a:gd name="connsiteY12" fmla="*/ 1387129 h 1871397"/>
              <a:gd name="connsiteX13" fmla="*/ 2694623 w 2896332"/>
              <a:gd name="connsiteY13" fmla="*/ 1639703 h 1871397"/>
              <a:gd name="connsiteX14" fmla="*/ 2385869 w 2896332"/>
              <a:gd name="connsiteY14" fmla="*/ 1585623 h 1871397"/>
              <a:gd name="connsiteX15" fmla="*/ 2074819 w 2896332"/>
              <a:gd name="connsiteY15" fmla="*/ 1565782 h 1871397"/>
              <a:gd name="connsiteX16" fmla="*/ 1739085 w 2896332"/>
              <a:gd name="connsiteY16" fmla="*/ 1871397 h 1871397"/>
              <a:gd name="connsiteX17" fmla="*/ 1648664 w 2896332"/>
              <a:gd name="connsiteY17" fmla="*/ 1582137 h 1871397"/>
              <a:gd name="connsiteX18" fmla="*/ 1376671 w 2896332"/>
              <a:gd name="connsiteY18" fmla="*/ 1700306 h 1871397"/>
              <a:gd name="connsiteX19" fmla="*/ 1415819 w 2896332"/>
              <a:gd name="connsiteY19" fmla="*/ 1334933 h 1871397"/>
              <a:gd name="connsiteX20" fmla="*/ 665501 w 2896332"/>
              <a:gd name="connsiteY20" fmla="*/ 1276212 h 1871397"/>
              <a:gd name="connsiteX21" fmla="*/ 0 w 2896332"/>
              <a:gd name="connsiteY21" fmla="*/ 1126148 h 1871397"/>
              <a:gd name="connsiteX22" fmla="*/ 13050 w 2896332"/>
              <a:gd name="connsiteY22" fmla="*/ 284488 h 1871397"/>
              <a:gd name="connsiteX23" fmla="*/ 1898646 w 2896332"/>
              <a:gd name="connsiteY23" fmla="*/ 46 h 1871397"/>
              <a:gd name="connsiteX0" fmla="*/ 2243048 w 2896332"/>
              <a:gd name="connsiteY0" fmla="*/ 269861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587909 w 2896332"/>
              <a:gd name="connsiteY5" fmla="*/ 1152990 h 1871397"/>
              <a:gd name="connsiteX6" fmla="*/ 2243048 w 2896332"/>
              <a:gd name="connsiteY6" fmla="*/ 269861 h 1871397"/>
              <a:gd name="connsiteX7" fmla="*/ 1898646 w 2896332"/>
              <a:gd name="connsiteY7" fmla="*/ 46 h 1871397"/>
              <a:gd name="connsiteX8" fmla="*/ 1941303 w 2896332"/>
              <a:gd name="connsiteY8" fmla="*/ 293585 h 1871397"/>
              <a:gd name="connsiteX9" fmla="*/ 1974640 w 2896332"/>
              <a:gd name="connsiteY9" fmla="*/ 533402 h 1871397"/>
              <a:gd name="connsiteX10" fmla="*/ 1973469 w 2896332"/>
              <a:gd name="connsiteY10" fmla="*/ 784519 h 1871397"/>
              <a:gd name="connsiteX11" fmla="*/ 1866010 w 2896332"/>
              <a:gd name="connsiteY11" fmla="*/ 878218 h 1871397"/>
              <a:gd name="connsiteX12" fmla="*/ 2733769 w 2896332"/>
              <a:gd name="connsiteY12" fmla="*/ 1387129 h 1871397"/>
              <a:gd name="connsiteX13" fmla="*/ 2694623 w 2896332"/>
              <a:gd name="connsiteY13" fmla="*/ 1639703 h 1871397"/>
              <a:gd name="connsiteX14" fmla="*/ 2385869 w 2896332"/>
              <a:gd name="connsiteY14" fmla="*/ 1585623 h 1871397"/>
              <a:gd name="connsiteX15" fmla="*/ 2074819 w 2896332"/>
              <a:gd name="connsiteY15" fmla="*/ 1565782 h 1871397"/>
              <a:gd name="connsiteX16" fmla="*/ 1739085 w 2896332"/>
              <a:gd name="connsiteY16" fmla="*/ 1871397 h 1871397"/>
              <a:gd name="connsiteX17" fmla="*/ 1648664 w 2896332"/>
              <a:gd name="connsiteY17" fmla="*/ 1582137 h 1871397"/>
              <a:gd name="connsiteX18" fmla="*/ 1376671 w 2896332"/>
              <a:gd name="connsiteY18" fmla="*/ 1700306 h 1871397"/>
              <a:gd name="connsiteX19" fmla="*/ 1415819 w 2896332"/>
              <a:gd name="connsiteY19" fmla="*/ 1334933 h 1871397"/>
              <a:gd name="connsiteX20" fmla="*/ 665501 w 2896332"/>
              <a:gd name="connsiteY20" fmla="*/ 1276212 h 1871397"/>
              <a:gd name="connsiteX21" fmla="*/ 0 w 2896332"/>
              <a:gd name="connsiteY21" fmla="*/ 1126148 h 1871397"/>
              <a:gd name="connsiteX22" fmla="*/ 13050 w 2896332"/>
              <a:gd name="connsiteY22" fmla="*/ 284488 h 1871397"/>
              <a:gd name="connsiteX23" fmla="*/ 1898646 w 2896332"/>
              <a:gd name="connsiteY23" fmla="*/ 46 h 1871397"/>
              <a:gd name="connsiteX0" fmla="*/ 2243048 w 2896332"/>
              <a:gd name="connsiteY0" fmla="*/ 269861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639923 w 2896332"/>
              <a:gd name="connsiteY5" fmla="*/ 1156706 h 1871397"/>
              <a:gd name="connsiteX6" fmla="*/ 2243048 w 2896332"/>
              <a:gd name="connsiteY6" fmla="*/ 269861 h 1871397"/>
              <a:gd name="connsiteX7" fmla="*/ 1898646 w 2896332"/>
              <a:gd name="connsiteY7" fmla="*/ 46 h 1871397"/>
              <a:gd name="connsiteX8" fmla="*/ 1941303 w 2896332"/>
              <a:gd name="connsiteY8" fmla="*/ 293585 h 1871397"/>
              <a:gd name="connsiteX9" fmla="*/ 1974640 w 2896332"/>
              <a:gd name="connsiteY9" fmla="*/ 533402 h 1871397"/>
              <a:gd name="connsiteX10" fmla="*/ 1973469 w 2896332"/>
              <a:gd name="connsiteY10" fmla="*/ 784519 h 1871397"/>
              <a:gd name="connsiteX11" fmla="*/ 1866010 w 2896332"/>
              <a:gd name="connsiteY11" fmla="*/ 878218 h 1871397"/>
              <a:gd name="connsiteX12" fmla="*/ 2733769 w 2896332"/>
              <a:gd name="connsiteY12" fmla="*/ 1387129 h 1871397"/>
              <a:gd name="connsiteX13" fmla="*/ 2694623 w 2896332"/>
              <a:gd name="connsiteY13" fmla="*/ 1639703 h 1871397"/>
              <a:gd name="connsiteX14" fmla="*/ 2385869 w 2896332"/>
              <a:gd name="connsiteY14" fmla="*/ 1585623 h 1871397"/>
              <a:gd name="connsiteX15" fmla="*/ 2074819 w 2896332"/>
              <a:gd name="connsiteY15" fmla="*/ 1565782 h 1871397"/>
              <a:gd name="connsiteX16" fmla="*/ 1739085 w 2896332"/>
              <a:gd name="connsiteY16" fmla="*/ 1871397 h 1871397"/>
              <a:gd name="connsiteX17" fmla="*/ 1648664 w 2896332"/>
              <a:gd name="connsiteY17" fmla="*/ 1582137 h 1871397"/>
              <a:gd name="connsiteX18" fmla="*/ 1376671 w 2896332"/>
              <a:gd name="connsiteY18" fmla="*/ 1700306 h 1871397"/>
              <a:gd name="connsiteX19" fmla="*/ 1415819 w 2896332"/>
              <a:gd name="connsiteY19" fmla="*/ 1334933 h 1871397"/>
              <a:gd name="connsiteX20" fmla="*/ 665501 w 2896332"/>
              <a:gd name="connsiteY20" fmla="*/ 1276212 h 1871397"/>
              <a:gd name="connsiteX21" fmla="*/ 0 w 2896332"/>
              <a:gd name="connsiteY21" fmla="*/ 1126148 h 1871397"/>
              <a:gd name="connsiteX22" fmla="*/ 13050 w 2896332"/>
              <a:gd name="connsiteY22" fmla="*/ 284488 h 1871397"/>
              <a:gd name="connsiteX23" fmla="*/ 1898646 w 2896332"/>
              <a:gd name="connsiteY23" fmla="*/ 46 h 1871397"/>
              <a:gd name="connsiteX0" fmla="*/ 2243048 w 2896332"/>
              <a:gd name="connsiteY0" fmla="*/ 269861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639923 w 2896332"/>
              <a:gd name="connsiteY5" fmla="*/ 1156706 h 1871397"/>
              <a:gd name="connsiteX6" fmla="*/ 2243048 w 2896332"/>
              <a:gd name="connsiteY6" fmla="*/ 269861 h 1871397"/>
              <a:gd name="connsiteX7" fmla="*/ 1898646 w 2896332"/>
              <a:gd name="connsiteY7" fmla="*/ 46 h 1871397"/>
              <a:gd name="connsiteX8" fmla="*/ 1941303 w 2896332"/>
              <a:gd name="connsiteY8" fmla="*/ 293585 h 1871397"/>
              <a:gd name="connsiteX9" fmla="*/ 1974640 w 2896332"/>
              <a:gd name="connsiteY9" fmla="*/ 533402 h 1871397"/>
              <a:gd name="connsiteX10" fmla="*/ 1973469 w 2896332"/>
              <a:gd name="connsiteY10" fmla="*/ 784519 h 1871397"/>
              <a:gd name="connsiteX11" fmla="*/ 1866010 w 2896332"/>
              <a:gd name="connsiteY11" fmla="*/ 878218 h 1871397"/>
              <a:gd name="connsiteX12" fmla="*/ 2733769 w 2896332"/>
              <a:gd name="connsiteY12" fmla="*/ 1387129 h 1871397"/>
              <a:gd name="connsiteX13" fmla="*/ 2694623 w 2896332"/>
              <a:gd name="connsiteY13" fmla="*/ 1639703 h 1871397"/>
              <a:gd name="connsiteX14" fmla="*/ 2385869 w 2896332"/>
              <a:gd name="connsiteY14" fmla="*/ 1585623 h 1871397"/>
              <a:gd name="connsiteX15" fmla="*/ 2074819 w 2896332"/>
              <a:gd name="connsiteY15" fmla="*/ 1565782 h 1871397"/>
              <a:gd name="connsiteX16" fmla="*/ 1739085 w 2896332"/>
              <a:gd name="connsiteY16" fmla="*/ 1871397 h 1871397"/>
              <a:gd name="connsiteX17" fmla="*/ 1648664 w 2896332"/>
              <a:gd name="connsiteY17" fmla="*/ 1582137 h 1871397"/>
              <a:gd name="connsiteX18" fmla="*/ 1376671 w 2896332"/>
              <a:gd name="connsiteY18" fmla="*/ 1700306 h 1871397"/>
              <a:gd name="connsiteX19" fmla="*/ 1415819 w 2896332"/>
              <a:gd name="connsiteY19" fmla="*/ 1334933 h 1871397"/>
              <a:gd name="connsiteX20" fmla="*/ 665501 w 2896332"/>
              <a:gd name="connsiteY20" fmla="*/ 1276212 h 1871397"/>
              <a:gd name="connsiteX21" fmla="*/ 0 w 2896332"/>
              <a:gd name="connsiteY21" fmla="*/ 1126148 h 1871397"/>
              <a:gd name="connsiteX22" fmla="*/ 13050 w 2896332"/>
              <a:gd name="connsiteY22" fmla="*/ 284488 h 1871397"/>
              <a:gd name="connsiteX23" fmla="*/ 1898646 w 2896332"/>
              <a:gd name="connsiteY23" fmla="*/ 46 h 1871397"/>
              <a:gd name="connsiteX0" fmla="*/ 2243048 w 2896332"/>
              <a:gd name="connsiteY0" fmla="*/ 269861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639923 w 2896332"/>
              <a:gd name="connsiteY5" fmla="*/ 1156706 h 1871397"/>
              <a:gd name="connsiteX6" fmla="*/ 2243048 w 2896332"/>
              <a:gd name="connsiteY6" fmla="*/ 269861 h 1871397"/>
              <a:gd name="connsiteX7" fmla="*/ 1898646 w 2896332"/>
              <a:gd name="connsiteY7" fmla="*/ 46 h 1871397"/>
              <a:gd name="connsiteX8" fmla="*/ 1941303 w 2896332"/>
              <a:gd name="connsiteY8" fmla="*/ 293585 h 1871397"/>
              <a:gd name="connsiteX9" fmla="*/ 1974640 w 2896332"/>
              <a:gd name="connsiteY9" fmla="*/ 533402 h 1871397"/>
              <a:gd name="connsiteX10" fmla="*/ 1973469 w 2896332"/>
              <a:gd name="connsiteY10" fmla="*/ 784519 h 1871397"/>
              <a:gd name="connsiteX11" fmla="*/ 1866010 w 2896332"/>
              <a:gd name="connsiteY11" fmla="*/ 878218 h 1871397"/>
              <a:gd name="connsiteX12" fmla="*/ 2733769 w 2896332"/>
              <a:gd name="connsiteY12" fmla="*/ 1387129 h 1871397"/>
              <a:gd name="connsiteX13" fmla="*/ 2694623 w 2896332"/>
              <a:gd name="connsiteY13" fmla="*/ 1639703 h 1871397"/>
              <a:gd name="connsiteX14" fmla="*/ 2385869 w 2896332"/>
              <a:gd name="connsiteY14" fmla="*/ 1585623 h 1871397"/>
              <a:gd name="connsiteX15" fmla="*/ 2074819 w 2896332"/>
              <a:gd name="connsiteY15" fmla="*/ 1565782 h 1871397"/>
              <a:gd name="connsiteX16" fmla="*/ 1739085 w 2896332"/>
              <a:gd name="connsiteY16" fmla="*/ 1871397 h 1871397"/>
              <a:gd name="connsiteX17" fmla="*/ 1648664 w 2896332"/>
              <a:gd name="connsiteY17" fmla="*/ 1582137 h 1871397"/>
              <a:gd name="connsiteX18" fmla="*/ 1376671 w 2896332"/>
              <a:gd name="connsiteY18" fmla="*/ 1700306 h 1871397"/>
              <a:gd name="connsiteX19" fmla="*/ 1415819 w 2896332"/>
              <a:gd name="connsiteY19" fmla="*/ 1334933 h 1871397"/>
              <a:gd name="connsiteX20" fmla="*/ 665501 w 2896332"/>
              <a:gd name="connsiteY20" fmla="*/ 1276212 h 1871397"/>
              <a:gd name="connsiteX21" fmla="*/ 0 w 2896332"/>
              <a:gd name="connsiteY21" fmla="*/ 1126148 h 1871397"/>
              <a:gd name="connsiteX22" fmla="*/ 13050 w 2896332"/>
              <a:gd name="connsiteY22" fmla="*/ 284488 h 1871397"/>
              <a:gd name="connsiteX23" fmla="*/ 1898646 w 2896332"/>
              <a:gd name="connsiteY23" fmla="*/ 46 h 1871397"/>
              <a:gd name="connsiteX0" fmla="*/ 2228186 w 2896332"/>
              <a:gd name="connsiteY0" fmla="*/ 269861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639923 w 2896332"/>
              <a:gd name="connsiteY5" fmla="*/ 1156706 h 1871397"/>
              <a:gd name="connsiteX6" fmla="*/ 2228186 w 2896332"/>
              <a:gd name="connsiteY6" fmla="*/ 269861 h 1871397"/>
              <a:gd name="connsiteX7" fmla="*/ 1898646 w 2896332"/>
              <a:gd name="connsiteY7" fmla="*/ 46 h 1871397"/>
              <a:gd name="connsiteX8" fmla="*/ 1941303 w 2896332"/>
              <a:gd name="connsiteY8" fmla="*/ 293585 h 1871397"/>
              <a:gd name="connsiteX9" fmla="*/ 1974640 w 2896332"/>
              <a:gd name="connsiteY9" fmla="*/ 533402 h 1871397"/>
              <a:gd name="connsiteX10" fmla="*/ 1973469 w 2896332"/>
              <a:gd name="connsiteY10" fmla="*/ 784519 h 1871397"/>
              <a:gd name="connsiteX11" fmla="*/ 1866010 w 2896332"/>
              <a:gd name="connsiteY11" fmla="*/ 878218 h 1871397"/>
              <a:gd name="connsiteX12" fmla="*/ 2733769 w 2896332"/>
              <a:gd name="connsiteY12" fmla="*/ 1387129 h 1871397"/>
              <a:gd name="connsiteX13" fmla="*/ 2694623 w 2896332"/>
              <a:gd name="connsiteY13" fmla="*/ 1639703 h 1871397"/>
              <a:gd name="connsiteX14" fmla="*/ 2385869 w 2896332"/>
              <a:gd name="connsiteY14" fmla="*/ 1585623 h 1871397"/>
              <a:gd name="connsiteX15" fmla="*/ 2074819 w 2896332"/>
              <a:gd name="connsiteY15" fmla="*/ 1565782 h 1871397"/>
              <a:gd name="connsiteX16" fmla="*/ 1739085 w 2896332"/>
              <a:gd name="connsiteY16" fmla="*/ 1871397 h 1871397"/>
              <a:gd name="connsiteX17" fmla="*/ 1648664 w 2896332"/>
              <a:gd name="connsiteY17" fmla="*/ 1582137 h 1871397"/>
              <a:gd name="connsiteX18" fmla="*/ 1376671 w 2896332"/>
              <a:gd name="connsiteY18" fmla="*/ 1700306 h 1871397"/>
              <a:gd name="connsiteX19" fmla="*/ 1415819 w 2896332"/>
              <a:gd name="connsiteY19" fmla="*/ 1334933 h 1871397"/>
              <a:gd name="connsiteX20" fmla="*/ 665501 w 2896332"/>
              <a:gd name="connsiteY20" fmla="*/ 1276212 h 1871397"/>
              <a:gd name="connsiteX21" fmla="*/ 0 w 2896332"/>
              <a:gd name="connsiteY21" fmla="*/ 1126148 h 1871397"/>
              <a:gd name="connsiteX22" fmla="*/ 13050 w 2896332"/>
              <a:gd name="connsiteY22" fmla="*/ 284488 h 1871397"/>
              <a:gd name="connsiteX23" fmla="*/ 1898646 w 2896332"/>
              <a:gd name="connsiteY23" fmla="*/ 46 h 1871397"/>
              <a:gd name="connsiteX0" fmla="*/ 2228186 w 2896332"/>
              <a:gd name="connsiteY0" fmla="*/ 269861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639923 w 2896332"/>
              <a:gd name="connsiteY5" fmla="*/ 1156706 h 1871397"/>
              <a:gd name="connsiteX6" fmla="*/ 2228186 w 2896332"/>
              <a:gd name="connsiteY6" fmla="*/ 269861 h 1871397"/>
              <a:gd name="connsiteX7" fmla="*/ 1898646 w 2896332"/>
              <a:gd name="connsiteY7" fmla="*/ 46 h 1871397"/>
              <a:gd name="connsiteX8" fmla="*/ 1941303 w 2896332"/>
              <a:gd name="connsiteY8" fmla="*/ 293585 h 1871397"/>
              <a:gd name="connsiteX9" fmla="*/ 1974640 w 2896332"/>
              <a:gd name="connsiteY9" fmla="*/ 533402 h 1871397"/>
              <a:gd name="connsiteX10" fmla="*/ 1973469 w 2896332"/>
              <a:gd name="connsiteY10" fmla="*/ 784519 h 1871397"/>
              <a:gd name="connsiteX11" fmla="*/ 1866010 w 2896332"/>
              <a:gd name="connsiteY11" fmla="*/ 878218 h 1871397"/>
              <a:gd name="connsiteX12" fmla="*/ 2733769 w 2896332"/>
              <a:gd name="connsiteY12" fmla="*/ 1387129 h 1871397"/>
              <a:gd name="connsiteX13" fmla="*/ 2694623 w 2896332"/>
              <a:gd name="connsiteY13" fmla="*/ 1639703 h 1871397"/>
              <a:gd name="connsiteX14" fmla="*/ 2385869 w 2896332"/>
              <a:gd name="connsiteY14" fmla="*/ 1585623 h 1871397"/>
              <a:gd name="connsiteX15" fmla="*/ 2074819 w 2896332"/>
              <a:gd name="connsiteY15" fmla="*/ 1565782 h 1871397"/>
              <a:gd name="connsiteX16" fmla="*/ 1739085 w 2896332"/>
              <a:gd name="connsiteY16" fmla="*/ 1871397 h 1871397"/>
              <a:gd name="connsiteX17" fmla="*/ 1648664 w 2896332"/>
              <a:gd name="connsiteY17" fmla="*/ 1582137 h 1871397"/>
              <a:gd name="connsiteX18" fmla="*/ 1376671 w 2896332"/>
              <a:gd name="connsiteY18" fmla="*/ 1700306 h 1871397"/>
              <a:gd name="connsiteX19" fmla="*/ 1415819 w 2896332"/>
              <a:gd name="connsiteY19" fmla="*/ 1334933 h 1871397"/>
              <a:gd name="connsiteX20" fmla="*/ 665501 w 2896332"/>
              <a:gd name="connsiteY20" fmla="*/ 1276212 h 1871397"/>
              <a:gd name="connsiteX21" fmla="*/ 0 w 2896332"/>
              <a:gd name="connsiteY21" fmla="*/ 1126148 h 1871397"/>
              <a:gd name="connsiteX22" fmla="*/ 13050 w 2896332"/>
              <a:gd name="connsiteY22" fmla="*/ 284488 h 1871397"/>
              <a:gd name="connsiteX23" fmla="*/ 1898646 w 2896332"/>
              <a:gd name="connsiteY23" fmla="*/ 46 h 1871397"/>
              <a:gd name="connsiteX0" fmla="*/ 2228186 w 2896332"/>
              <a:gd name="connsiteY0" fmla="*/ 269861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651069 w 2896332"/>
              <a:gd name="connsiteY5" fmla="*/ 1156706 h 1871397"/>
              <a:gd name="connsiteX6" fmla="*/ 2228186 w 2896332"/>
              <a:gd name="connsiteY6" fmla="*/ 269861 h 1871397"/>
              <a:gd name="connsiteX7" fmla="*/ 1898646 w 2896332"/>
              <a:gd name="connsiteY7" fmla="*/ 46 h 1871397"/>
              <a:gd name="connsiteX8" fmla="*/ 1941303 w 2896332"/>
              <a:gd name="connsiteY8" fmla="*/ 293585 h 1871397"/>
              <a:gd name="connsiteX9" fmla="*/ 1974640 w 2896332"/>
              <a:gd name="connsiteY9" fmla="*/ 533402 h 1871397"/>
              <a:gd name="connsiteX10" fmla="*/ 1973469 w 2896332"/>
              <a:gd name="connsiteY10" fmla="*/ 784519 h 1871397"/>
              <a:gd name="connsiteX11" fmla="*/ 1866010 w 2896332"/>
              <a:gd name="connsiteY11" fmla="*/ 878218 h 1871397"/>
              <a:gd name="connsiteX12" fmla="*/ 2733769 w 2896332"/>
              <a:gd name="connsiteY12" fmla="*/ 1387129 h 1871397"/>
              <a:gd name="connsiteX13" fmla="*/ 2694623 w 2896332"/>
              <a:gd name="connsiteY13" fmla="*/ 1639703 h 1871397"/>
              <a:gd name="connsiteX14" fmla="*/ 2385869 w 2896332"/>
              <a:gd name="connsiteY14" fmla="*/ 1585623 h 1871397"/>
              <a:gd name="connsiteX15" fmla="*/ 2074819 w 2896332"/>
              <a:gd name="connsiteY15" fmla="*/ 1565782 h 1871397"/>
              <a:gd name="connsiteX16" fmla="*/ 1739085 w 2896332"/>
              <a:gd name="connsiteY16" fmla="*/ 1871397 h 1871397"/>
              <a:gd name="connsiteX17" fmla="*/ 1648664 w 2896332"/>
              <a:gd name="connsiteY17" fmla="*/ 1582137 h 1871397"/>
              <a:gd name="connsiteX18" fmla="*/ 1376671 w 2896332"/>
              <a:gd name="connsiteY18" fmla="*/ 1700306 h 1871397"/>
              <a:gd name="connsiteX19" fmla="*/ 1415819 w 2896332"/>
              <a:gd name="connsiteY19" fmla="*/ 1334933 h 1871397"/>
              <a:gd name="connsiteX20" fmla="*/ 665501 w 2896332"/>
              <a:gd name="connsiteY20" fmla="*/ 1276212 h 1871397"/>
              <a:gd name="connsiteX21" fmla="*/ 0 w 2896332"/>
              <a:gd name="connsiteY21" fmla="*/ 1126148 h 1871397"/>
              <a:gd name="connsiteX22" fmla="*/ 13050 w 2896332"/>
              <a:gd name="connsiteY22" fmla="*/ 284488 h 1871397"/>
              <a:gd name="connsiteX23" fmla="*/ 1898646 w 2896332"/>
              <a:gd name="connsiteY23" fmla="*/ 46 h 1871397"/>
              <a:gd name="connsiteX0" fmla="*/ 2228186 w 2896332"/>
              <a:gd name="connsiteY0" fmla="*/ 269861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651069 w 2896332"/>
              <a:gd name="connsiteY5" fmla="*/ 1156706 h 1871397"/>
              <a:gd name="connsiteX6" fmla="*/ 2228186 w 2896332"/>
              <a:gd name="connsiteY6" fmla="*/ 269861 h 1871397"/>
              <a:gd name="connsiteX7" fmla="*/ 1898646 w 2896332"/>
              <a:gd name="connsiteY7" fmla="*/ 46 h 1871397"/>
              <a:gd name="connsiteX8" fmla="*/ 1941303 w 2896332"/>
              <a:gd name="connsiteY8" fmla="*/ 293585 h 1871397"/>
              <a:gd name="connsiteX9" fmla="*/ 1974640 w 2896332"/>
              <a:gd name="connsiteY9" fmla="*/ 533402 h 1871397"/>
              <a:gd name="connsiteX10" fmla="*/ 1973469 w 2896332"/>
              <a:gd name="connsiteY10" fmla="*/ 784519 h 1871397"/>
              <a:gd name="connsiteX11" fmla="*/ 1866010 w 2896332"/>
              <a:gd name="connsiteY11" fmla="*/ 878218 h 1871397"/>
              <a:gd name="connsiteX12" fmla="*/ 2733769 w 2896332"/>
              <a:gd name="connsiteY12" fmla="*/ 1387129 h 1871397"/>
              <a:gd name="connsiteX13" fmla="*/ 2694623 w 2896332"/>
              <a:gd name="connsiteY13" fmla="*/ 1639703 h 1871397"/>
              <a:gd name="connsiteX14" fmla="*/ 2385869 w 2896332"/>
              <a:gd name="connsiteY14" fmla="*/ 1585623 h 1871397"/>
              <a:gd name="connsiteX15" fmla="*/ 2074819 w 2896332"/>
              <a:gd name="connsiteY15" fmla="*/ 1565782 h 1871397"/>
              <a:gd name="connsiteX16" fmla="*/ 1739085 w 2896332"/>
              <a:gd name="connsiteY16" fmla="*/ 1871397 h 1871397"/>
              <a:gd name="connsiteX17" fmla="*/ 1648664 w 2896332"/>
              <a:gd name="connsiteY17" fmla="*/ 1582137 h 1871397"/>
              <a:gd name="connsiteX18" fmla="*/ 1376671 w 2896332"/>
              <a:gd name="connsiteY18" fmla="*/ 1700306 h 1871397"/>
              <a:gd name="connsiteX19" fmla="*/ 1415819 w 2896332"/>
              <a:gd name="connsiteY19" fmla="*/ 1334933 h 1871397"/>
              <a:gd name="connsiteX20" fmla="*/ 665501 w 2896332"/>
              <a:gd name="connsiteY20" fmla="*/ 1276212 h 1871397"/>
              <a:gd name="connsiteX21" fmla="*/ 0 w 2896332"/>
              <a:gd name="connsiteY21" fmla="*/ 1126148 h 1871397"/>
              <a:gd name="connsiteX22" fmla="*/ 13050 w 2896332"/>
              <a:gd name="connsiteY22" fmla="*/ 284488 h 1871397"/>
              <a:gd name="connsiteX23" fmla="*/ 1898646 w 2896332"/>
              <a:gd name="connsiteY23" fmla="*/ 46 h 1871397"/>
              <a:gd name="connsiteX0" fmla="*/ 2209609 w 2896332"/>
              <a:gd name="connsiteY0" fmla="*/ 251285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651069 w 2896332"/>
              <a:gd name="connsiteY5" fmla="*/ 1156706 h 1871397"/>
              <a:gd name="connsiteX6" fmla="*/ 2209609 w 2896332"/>
              <a:gd name="connsiteY6" fmla="*/ 251285 h 1871397"/>
              <a:gd name="connsiteX7" fmla="*/ 1898646 w 2896332"/>
              <a:gd name="connsiteY7" fmla="*/ 46 h 1871397"/>
              <a:gd name="connsiteX8" fmla="*/ 1941303 w 2896332"/>
              <a:gd name="connsiteY8" fmla="*/ 293585 h 1871397"/>
              <a:gd name="connsiteX9" fmla="*/ 1974640 w 2896332"/>
              <a:gd name="connsiteY9" fmla="*/ 533402 h 1871397"/>
              <a:gd name="connsiteX10" fmla="*/ 1973469 w 2896332"/>
              <a:gd name="connsiteY10" fmla="*/ 784519 h 1871397"/>
              <a:gd name="connsiteX11" fmla="*/ 1866010 w 2896332"/>
              <a:gd name="connsiteY11" fmla="*/ 878218 h 1871397"/>
              <a:gd name="connsiteX12" fmla="*/ 2733769 w 2896332"/>
              <a:gd name="connsiteY12" fmla="*/ 1387129 h 1871397"/>
              <a:gd name="connsiteX13" fmla="*/ 2694623 w 2896332"/>
              <a:gd name="connsiteY13" fmla="*/ 1639703 h 1871397"/>
              <a:gd name="connsiteX14" fmla="*/ 2385869 w 2896332"/>
              <a:gd name="connsiteY14" fmla="*/ 1585623 h 1871397"/>
              <a:gd name="connsiteX15" fmla="*/ 2074819 w 2896332"/>
              <a:gd name="connsiteY15" fmla="*/ 1565782 h 1871397"/>
              <a:gd name="connsiteX16" fmla="*/ 1739085 w 2896332"/>
              <a:gd name="connsiteY16" fmla="*/ 1871397 h 1871397"/>
              <a:gd name="connsiteX17" fmla="*/ 1648664 w 2896332"/>
              <a:gd name="connsiteY17" fmla="*/ 1582137 h 1871397"/>
              <a:gd name="connsiteX18" fmla="*/ 1376671 w 2896332"/>
              <a:gd name="connsiteY18" fmla="*/ 1700306 h 1871397"/>
              <a:gd name="connsiteX19" fmla="*/ 1415819 w 2896332"/>
              <a:gd name="connsiteY19" fmla="*/ 1334933 h 1871397"/>
              <a:gd name="connsiteX20" fmla="*/ 665501 w 2896332"/>
              <a:gd name="connsiteY20" fmla="*/ 1276212 h 1871397"/>
              <a:gd name="connsiteX21" fmla="*/ 0 w 2896332"/>
              <a:gd name="connsiteY21" fmla="*/ 1126148 h 1871397"/>
              <a:gd name="connsiteX22" fmla="*/ 13050 w 2896332"/>
              <a:gd name="connsiteY22" fmla="*/ 284488 h 1871397"/>
              <a:gd name="connsiteX23" fmla="*/ 1898646 w 2896332"/>
              <a:gd name="connsiteY23" fmla="*/ 46 h 1871397"/>
              <a:gd name="connsiteX0" fmla="*/ 2209609 w 2894163"/>
              <a:gd name="connsiteY0" fmla="*/ 251285 h 1871397"/>
              <a:gd name="connsiteX1" fmla="*/ 2655476 w 2894163"/>
              <a:gd name="connsiteY1" fmla="*/ 584615 h 1871397"/>
              <a:gd name="connsiteX2" fmla="*/ 2828170 w 2894163"/>
              <a:gd name="connsiteY2" fmla="*/ 1010501 h 1871397"/>
              <a:gd name="connsiteX3" fmla="*/ 2883834 w 2894163"/>
              <a:gd name="connsiteY3" fmla="*/ 1308835 h 1871397"/>
              <a:gd name="connsiteX4" fmla="*/ 2792313 w 2894163"/>
              <a:gd name="connsiteY4" fmla="*/ 1690675 h 1871397"/>
              <a:gd name="connsiteX5" fmla="*/ 2651069 w 2894163"/>
              <a:gd name="connsiteY5" fmla="*/ 1156706 h 1871397"/>
              <a:gd name="connsiteX6" fmla="*/ 2209609 w 2894163"/>
              <a:gd name="connsiteY6" fmla="*/ 251285 h 1871397"/>
              <a:gd name="connsiteX7" fmla="*/ 1898646 w 2894163"/>
              <a:gd name="connsiteY7" fmla="*/ 46 h 1871397"/>
              <a:gd name="connsiteX8" fmla="*/ 1941303 w 2894163"/>
              <a:gd name="connsiteY8" fmla="*/ 293585 h 1871397"/>
              <a:gd name="connsiteX9" fmla="*/ 1974640 w 2894163"/>
              <a:gd name="connsiteY9" fmla="*/ 533402 h 1871397"/>
              <a:gd name="connsiteX10" fmla="*/ 1973469 w 2894163"/>
              <a:gd name="connsiteY10" fmla="*/ 784519 h 1871397"/>
              <a:gd name="connsiteX11" fmla="*/ 1866010 w 2894163"/>
              <a:gd name="connsiteY11" fmla="*/ 878218 h 1871397"/>
              <a:gd name="connsiteX12" fmla="*/ 2733769 w 2894163"/>
              <a:gd name="connsiteY12" fmla="*/ 1387129 h 1871397"/>
              <a:gd name="connsiteX13" fmla="*/ 2694623 w 2894163"/>
              <a:gd name="connsiteY13" fmla="*/ 1639703 h 1871397"/>
              <a:gd name="connsiteX14" fmla="*/ 2385869 w 2894163"/>
              <a:gd name="connsiteY14" fmla="*/ 1585623 h 1871397"/>
              <a:gd name="connsiteX15" fmla="*/ 2074819 w 2894163"/>
              <a:gd name="connsiteY15" fmla="*/ 1565782 h 1871397"/>
              <a:gd name="connsiteX16" fmla="*/ 1739085 w 2894163"/>
              <a:gd name="connsiteY16" fmla="*/ 1871397 h 1871397"/>
              <a:gd name="connsiteX17" fmla="*/ 1648664 w 2894163"/>
              <a:gd name="connsiteY17" fmla="*/ 1582137 h 1871397"/>
              <a:gd name="connsiteX18" fmla="*/ 1376671 w 2894163"/>
              <a:gd name="connsiteY18" fmla="*/ 1700306 h 1871397"/>
              <a:gd name="connsiteX19" fmla="*/ 1415819 w 2894163"/>
              <a:gd name="connsiteY19" fmla="*/ 1334933 h 1871397"/>
              <a:gd name="connsiteX20" fmla="*/ 665501 w 2894163"/>
              <a:gd name="connsiteY20" fmla="*/ 1276212 h 1871397"/>
              <a:gd name="connsiteX21" fmla="*/ 0 w 2894163"/>
              <a:gd name="connsiteY21" fmla="*/ 1126148 h 1871397"/>
              <a:gd name="connsiteX22" fmla="*/ 13050 w 2894163"/>
              <a:gd name="connsiteY22" fmla="*/ 284488 h 1871397"/>
              <a:gd name="connsiteX23" fmla="*/ 1898646 w 2894163"/>
              <a:gd name="connsiteY23" fmla="*/ 46 h 1871397"/>
              <a:gd name="connsiteX0" fmla="*/ 2209609 w 2914477"/>
              <a:gd name="connsiteY0" fmla="*/ 251285 h 1871397"/>
              <a:gd name="connsiteX1" fmla="*/ 2655476 w 2914477"/>
              <a:gd name="connsiteY1" fmla="*/ 584615 h 1871397"/>
              <a:gd name="connsiteX2" fmla="*/ 2828170 w 2914477"/>
              <a:gd name="connsiteY2" fmla="*/ 1010501 h 1871397"/>
              <a:gd name="connsiteX3" fmla="*/ 2883834 w 2914477"/>
              <a:gd name="connsiteY3" fmla="*/ 1308835 h 1871397"/>
              <a:gd name="connsiteX4" fmla="*/ 2840612 w 2914477"/>
              <a:gd name="connsiteY4" fmla="*/ 1564355 h 1871397"/>
              <a:gd name="connsiteX5" fmla="*/ 2651069 w 2914477"/>
              <a:gd name="connsiteY5" fmla="*/ 1156706 h 1871397"/>
              <a:gd name="connsiteX6" fmla="*/ 2209609 w 2914477"/>
              <a:gd name="connsiteY6" fmla="*/ 251285 h 1871397"/>
              <a:gd name="connsiteX7" fmla="*/ 1898646 w 2914477"/>
              <a:gd name="connsiteY7" fmla="*/ 46 h 1871397"/>
              <a:gd name="connsiteX8" fmla="*/ 1941303 w 2914477"/>
              <a:gd name="connsiteY8" fmla="*/ 293585 h 1871397"/>
              <a:gd name="connsiteX9" fmla="*/ 1974640 w 2914477"/>
              <a:gd name="connsiteY9" fmla="*/ 533402 h 1871397"/>
              <a:gd name="connsiteX10" fmla="*/ 1973469 w 2914477"/>
              <a:gd name="connsiteY10" fmla="*/ 784519 h 1871397"/>
              <a:gd name="connsiteX11" fmla="*/ 1866010 w 2914477"/>
              <a:gd name="connsiteY11" fmla="*/ 878218 h 1871397"/>
              <a:gd name="connsiteX12" fmla="*/ 2733769 w 2914477"/>
              <a:gd name="connsiteY12" fmla="*/ 1387129 h 1871397"/>
              <a:gd name="connsiteX13" fmla="*/ 2694623 w 2914477"/>
              <a:gd name="connsiteY13" fmla="*/ 1639703 h 1871397"/>
              <a:gd name="connsiteX14" fmla="*/ 2385869 w 2914477"/>
              <a:gd name="connsiteY14" fmla="*/ 1585623 h 1871397"/>
              <a:gd name="connsiteX15" fmla="*/ 2074819 w 2914477"/>
              <a:gd name="connsiteY15" fmla="*/ 1565782 h 1871397"/>
              <a:gd name="connsiteX16" fmla="*/ 1739085 w 2914477"/>
              <a:gd name="connsiteY16" fmla="*/ 1871397 h 1871397"/>
              <a:gd name="connsiteX17" fmla="*/ 1648664 w 2914477"/>
              <a:gd name="connsiteY17" fmla="*/ 1582137 h 1871397"/>
              <a:gd name="connsiteX18" fmla="*/ 1376671 w 2914477"/>
              <a:gd name="connsiteY18" fmla="*/ 1700306 h 1871397"/>
              <a:gd name="connsiteX19" fmla="*/ 1415819 w 2914477"/>
              <a:gd name="connsiteY19" fmla="*/ 1334933 h 1871397"/>
              <a:gd name="connsiteX20" fmla="*/ 665501 w 2914477"/>
              <a:gd name="connsiteY20" fmla="*/ 1276212 h 1871397"/>
              <a:gd name="connsiteX21" fmla="*/ 0 w 2914477"/>
              <a:gd name="connsiteY21" fmla="*/ 1126148 h 1871397"/>
              <a:gd name="connsiteX22" fmla="*/ 13050 w 2914477"/>
              <a:gd name="connsiteY22" fmla="*/ 284488 h 1871397"/>
              <a:gd name="connsiteX23" fmla="*/ 1898646 w 2914477"/>
              <a:gd name="connsiteY23" fmla="*/ 46 h 1871397"/>
              <a:gd name="connsiteX0" fmla="*/ 2209609 w 2914477"/>
              <a:gd name="connsiteY0" fmla="*/ 251285 h 1871397"/>
              <a:gd name="connsiteX1" fmla="*/ 2655476 w 2914477"/>
              <a:gd name="connsiteY1" fmla="*/ 584615 h 1871397"/>
              <a:gd name="connsiteX2" fmla="*/ 2828170 w 2914477"/>
              <a:gd name="connsiteY2" fmla="*/ 1010501 h 1871397"/>
              <a:gd name="connsiteX3" fmla="*/ 2883834 w 2914477"/>
              <a:gd name="connsiteY3" fmla="*/ 1308835 h 1871397"/>
              <a:gd name="connsiteX4" fmla="*/ 2840612 w 2914477"/>
              <a:gd name="connsiteY4" fmla="*/ 1564355 h 1871397"/>
              <a:gd name="connsiteX5" fmla="*/ 2651069 w 2914477"/>
              <a:gd name="connsiteY5" fmla="*/ 1156706 h 1871397"/>
              <a:gd name="connsiteX6" fmla="*/ 2209609 w 2914477"/>
              <a:gd name="connsiteY6" fmla="*/ 251285 h 1871397"/>
              <a:gd name="connsiteX7" fmla="*/ 1898646 w 2914477"/>
              <a:gd name="connsiteY7" fmla="*/ 46 h 1871397"/>
              <a:gd name="connsiteX8" fmla="*/ 1941303 w 2914477"/>
              <a:gd name="connsiteY8" fmla="*/ 293585 h 1871397"/>
              <a:gd name="connsiteX9" fmla="*/ 1974640 w 2914477"/>
              <a:gd name="connsiteY9" fmla="*/ 533402 h 1871397"/>
              <a:gd name="connsiteX10" fmla="*/ 1973469 w 2914477"/>
              <a:gd name="connsiteY10" fmla="*/ 784519 h 1871397"/>
              <a:gd name="connsiteX11" fmla="*/ 1866010 w 2914477"/>
              <a:gd name="connsiteY11" fmla="*/ 878218 h 1871397"/>
              <a:gd name="connsiteX12" fmla="*/ 2733769 w 2914477"/>
              <a:gd name="connsiteY12" fmla="*/ 1387129 h 1871397"/>
              <a:gd name="connsiteX13" fmla="*/ 2694623 w 2914477"/>
              <a:gd name="connsiteY13" fmla="*/ 1639703 h 1871397"/>
              <a:gd name="connsiteX14" fmla="*/ 2385869 w 2914477"/>
              <a:gd name="connsiteY14" fmla="*/ 1585623 h 1871397"/>
              <a:gd name="connsiteX15" fmla="*/ 2074819 w 2914477"/>
              <a:gd name="connsiteY15" fmla="*/ 1565782 h 1871397"/>
              <a:gd name="connsiteX16" fmla="*/ 1739085 w 2914477"/>
              <a:gd name="connsiteY16" fmla="*/ 1871397 h 1871397"/>
              <a:gd name="connsiteX17" fmla="*/ 1648664 w 2914477"/>
              <a:gd name="connsiteY17" fmla="*/ 1582137 h 1871397"/>
              <a:gd name="connsiteX18" fmla="*/ 1376671 w 2914477"/>
              <a:gd name="connsiteY18" fmla="*/ 1700306 h 1871397"/>
              <a:gd name="connsiteX19" fmla="*/ 1415819 w 2914477"/>
              <a:gd name="connsiteY19" fmla="*/ 1334933 h 1871397"/>
              <a:gd name="connsiteX20" fmla="*/ 665501 w 2914477"/>
              <a:gd name="connsiteY20" fmla="*/ 1276212 h 1871397"/>
              <a:gd name="connsiteX21" fmla="*/ 0 w 2914477"/>
              <a:gd name="connsiteY21" fmla="*/ 1126148 h 1871397"/>
              <a:gd name="connsiteX22" fmla="*/ 13050 w 2914477"/>
              <a:gd name="connsiteY22" fmla="*/ 284488 h 1871397"/>
              <a:gd name="connsiteX23" fmla="*/ 1898646 w 2914477"/>
              <a:gd name="connsiteY23" fmla="*/ 46 h 1871397"/>
              <a:gd name="connsiteX0" fmla="*/ 2209609 w 2889213"/>
              <a:gd name="connsiteY0" fmla="*/ 251285 h 1871397"/>
              <a:gd name="connsiteX1" fmla="*/ 2655476 w 2889213"/>
              <a:gd name="connsiteY1" fmla="*/ 584615 h 1871397"/>
              <a:gd name="connsiteX2" fmla="*/ 2828170 w 2889213"/>
              <a:gd name="connsiteY2" fmla="*/ 1010501 h 1871397"/>
              <a:gd name="connsiteX3" fmla="*/ 2883834 w 2889213"/>
              <a:gd name="connsiteY3" fmla="*/ 1308835 h 1871397"/>
              <a:gd name="connsiteX4" fmla="*/ 2840612 w 2889213"/>
              <a:gd name="connsiteY4" fmla="*/ 1564355 h 1871397"/>
              <a:gd name="connsiteX5" fmla="*/ 2651069 w 2889213"/>
              <a:gd name="connsiteY5" fmla="*/ 1156706 h 1871397"/>
              <a:gd name="connsiteX6" fmla="*/ 2209609 w 2889213"/>
              <a:gd name="connsiteY6" fmla="*/ 251285 h 1871397"/>
              <a:gd name="connsiteX7" fmla="*/ 1898646 w 2889213"/>
              <a:gd name="connsiteY7" fmla="*/ 46 h 1871397"/>
              <a:gd name="connsiteX8" fmla="*/ 1941303 w 2889213"/>
              <a:gd name="connsiteY8" fmla="*/ 293585 h 1871397"/>
              <a:gd name="connsiteX9" fmla="*/ 1974640 w 2889213"/>
              <a:gd name="connsiteY9" fmla="*/ 533402 h 1871397"/>
              <a:gd name="connsiteX10" fmla="*/ 1973469 w 2889213"/>
              <a:gd name="connsiteY10" fmla="*/ 784519 h 1871397"/>
              <a:gd name="connsiteX11" fmla="*/ 1866010 w 2889213"/>
              <a:gd name="connsiteY11" fmla="*/ 878218 h 1871397"/>
              <a:gd name="connsiteX12" fmla="*/ 2733769 w 2889213"/>
              <a:gd name="connsiteY12" fmla="*/ 1387129 h 1871397"/>
              <a:gd name="connsiteX13" fmla="*/ 2694623 w 2889213"/>
              <a:gd name="connsiteY13" fmla="*/ 1639703 h 1871397"/>
              <a:gd name="connsiteX14" fmla="*/ 2385869 w 2889213"/>
              <a:gd name="connsiteY14" fmla="*/ 1585623 h 1871397"/>
              <a:gd name="connsiteX15" fmla="*/ 2074819 w 2889213"/>
              <a:gd name="connsiteY15" fmla="*/ 1565782 h 1871397"/>
              <a:gd name="connsiteX16" fmla="*/ 1739085 w 2889213"/>
              <a:gd name="connsiteY16" fmla="*/ 1871397 h 1871397"/>
              <a:gd name="connsiteX17" fmla="*/ 1648664 w 2889213"/>
              <a:gd name="connsiteY17" fmla="*/ 1582137 h 1871397"/>
              <a:gd name="connsiteX18" fmla="*/ 1376671 w 2889213"/>
              <a:gd name="connsiteY18" fmla="*/ 1700306 h 1871397"/>
              <a:gd name="connsiteX19" fmla="*/ 1415819 w 2889213"/>
              <a:gd name="connsiteY19" fmla="*/ 1334933 h 1871397"/>
              <a:gd name="connsiteX20" fmla="*/ 665501 w 2889213"/>
              <a:gd name="connsiteY20" fmla="*/ 1276212 h 1871397"/>
              <a:gd name="connsiteX21" fmla="*/ 0 w 2889213"/>
              <a:gd name="connsiteY21" fmla="*/ 1126148 h 1871397"/>
              <a:gd name="connsiteX22" fmla="*/ 13050 w 2889213"/>
              <a:gd name="connsiteY22" fmla="*/ 284488 h 1871397"/>
              <a:gd name="connsiteX23" fmla="*/ 1898646 w 2889213"/>
              <a:gd name="connsiteY23" fmla="*/ 46 h 1871397"/>
              <a:gd name="connsiteX0" fmla="*/ 2209609 w 2889213"/>
              <a:gd name="connsiteY0" fmla="*/ 251285 h 1871397"/>
              <a:gd name="connsiteX1" fmla="*/ 2655476 w 2889213"/>
              <a:gd name="connsiteY1" fmla="*/ 584615 h 1871397"/>
              <a:gd name="connsiteX2" fmla="*/ 2828170 w 2889213"/>
              <a:gd name="connsiteY2" fmla="*/ 1010501 h 1871397"/>
              <a:gd name="connsiteX3" fmla="*/ 2883834 w 2889213"/>
              <a:gd name="connsiteY3" fmla="*/ 1308835 h 1871397"/>
              <a:gd name="connsiteX4" fmla="*/ 2840612 w 2889213"/>
              <a:gd name="connsiteY4" fmla="*/ 1564355 h 1871397"/>
              <a:gd name="connsiteX5" fmla="*/ 2632493 w 2889213"/>
              <a:gd name="connsiteY5" fmla="*/ 1175282 h 1871397"/>
              <a:gd name="connsiteX6" fmla="*/ 2209609 w 2889213"/>
              <a:gd name="connsiteY6" fmla="*/ 251285 h 1871397"/>
              <a:gd name="connsiteX7" fmla="*/ 1898646 w 2889213"/>
              <a:gd name="connsiteY7" fmla="*/ 46 h 1871397"/>
              <a:gd name="connsiteX8" fmla="*/ 1941303 w 2889213"/>
              <a:gd name="connsiteY8" fmla="*/ 293585 h 1871397"/>
              <a:gd name="connsiteX9" fmla="*/ 1974640 w 2889213"/>
              <a:gd name="connsiteY9" fmla="*/ 533402 h 1871397"/>
              <a:gd name="connsiteX10" fmla="*/ 1973469 w 2889213"/>
              <a:gd name="connsiteY10" fmla="*/ 784519 h 1871397"/>
              <a:gd name="connsiteX11" fmla="*/ 1866010 w 2889213"/>
              <a:gd name="connsiteY11" fmla="*/ 878218 h 1871397"/>
              <a:gd name="connsiteX12" fmla="*/ 2733769 w 2889213"/>
              <a:gd name="connsiteY12" fmla="*/ 1387129 h 1871397"/>
              <a:gd name="connsiteX13" fmla="*/ 2694623 w 2889213"/>
              <a:gd name="connsiteY13" fmla="*/ 1639703 h 1871397"/>
              <a:gd name="connsiteX14" fmla="*/ 2385869 w 2889213"/>
              <a:gd name="connsiteY14" fmla="*/ 1585623 h 1871397"/>
              <a:gd name="connsiteX15" fmla="*/ 2074819 w 2889213"/>
              <a:gd name="connsiteY15" fmla="*/ 1565782 h 1871397"/>
              <a:gd name="connsiteX16" fmla="*/ 1739085 w 2889213"/>
              <a:gd name="connsiteY16" fmla="*/ 1871397 h 1871397"/>
              <a:gd name="connsiteX17" fmla="*/ 1648664 w 2889213"/>
              <a:gd name="connsiteY17" fmla="*/ 1582137 h 1871397"/>
              <a:gd name="connsiteX18" fmla="*/ 1376671 w 2889213"/>
              <a:gd name="connsiteY18" fmla="*/ 1700306 h 1871397"/>
              <a:gd name="connsiteX19" fmla="*/ 1415819 w 2889213"/>
              <a:gd name="connsiteY19" fmla="*/ 1334933 h 1871397"/>
              <a:gd name="connsiteX20" fmla="*/ 665501 w 2889213"/>
              <a:gd name="connsiteY20" fmla="*/ 1276212 h 1871397"/>
              <a:gd name="connsiteX21" fmla="*/ 0 w 2889213"/>
              <a:gd name="connsiteY21" fmla="*/ 1126148 h 1871397"/>
              <a:gd name="connsiteX22" fmla="*/ 13050 w 2889213"/>
              <a:gd name="connsiteY22" fmla="*/ 284488 h 1871397"/>
              <a:gd name="connsiteX23" fmla="*/ 1898646 w 2889213"/>
              <a:gd name="connsiteY23" fmla="*/ 46 h 1871397"/>
              <a:gd name="connsiteX0" fmla="*/ 2209609 w 2889213"/>
              <a:gd name="connsiteY0" fmla="*/ 251285 h 1871397"/>
              <a:gd name="connsiteX1" fmla="*/ 2655476 w 2889213"/>
              <a:gd name="connsiteY1" fmla="*/ 584615 h 1871397"/>
              <a:gd name="connsiteX2" fmla="*/ 2828170 w 2889213"/>
              <a:gd name="connsiteY2" fmla="*/ 1010501 h 1871397"/>
              <a:gd name="connsiteX3" fmla="*/ 2883834 w 2889213"/>
              <a:gd name="connsiteY3" fmla="*/ 1308835 h 1871397"/>
              <a:gd name="connsiteX4" fmla="*/ 2840612 w 2889213"/>
              <a:gd name="connsiteY4" fmla="*/ 1564355 h 1871397"/>
              <a:gd name="connsiteX5" fmla="*/ 2632493 w 2889213"/>
              <a:gd name="connsiteY5" fmla="*/ 1175282 h 1871397"/>
              <a:gd name="connsiteX6" fmla="*/ 2209609 w 2889213"/>
              <a:gd name="connsiteY6" fmla="*/ 251285 h 1871397"/>
              <a:gd name="connsiteX7" fmla="*/ 1898646 w 2889213"/>
              <a:gd name="connsiteY7" fmla="*/ 46 h 1871397"/>
              <a:gd name="connsiteX8" fmla="*/ 1941303 w 2889213"/>
              <a:gd name="connsiteY8" fmla="*/ 293585 h 1871397"/>
              <a:gd name="connsiteX9" fmla="*/ 1974640 w 2889213"/>
              <a:gd name="connsiteY9" fmla="*/ 533402 h 1871397"/>
              <a:gd name="connsiteX10" fmla="*/ 1973469 w 2889213"/>
              <a:gd name="connsiteY10" fmla="*/ 784519 h 1871397"/>
              <a:gd name="connsiteX11" fmla="*/ 1866010 w 2889213"/>
              <a:gd name="connsiteY11" fmla="*/ 878218 h 1871397"/>
              <a:gd name="connsiteX12" fmla="*/ 2733769 w 2889213"/>
              <a:gd name="connsiteY12" fmla="*/ 1387129 h 1871397"/>
              <a:gd name="connsiteX13" fmla="*/ 2694623 w 2889213"/>
              <a:gd name="connsiteY13" fmla="*/ 1639703 h 1871397"/>
              <a:gd name="connsiteX14" fmla="*/ 2385869 w 2889213"/>
              <a:gd name="connsiteY14" fmla="*/ 1585623 h 1871397"/>
              <a:gd name="connsiteX15" fmla="*/ 2074819 w 2889213"/>
              <a:gd name="connsiteY15" fmla="*/ 1565782 h 1871397"/>
              <a:gd name="connsiteX16" fmla="*/ 1739085 w 2889213"/>
              <a:gd name="connsiteY16" fmla="*/ 1871397 h 1871397"/>
              <a:gd name="connsiteX17" fmla="*/ 1648664 w 2889213"/>
              <a:gd name="connsiteY17" fmla="*/ 1582137 h 1871397"/>
              <a:gd name="connsiteX18" fmla="*/ 1376671 w 2889213"/>
              <a:gd name="connsiteY18" fmla="*/ 1700306 h 1871397"/>
              <a:gd name="connsiteX19" fmla="*/ 1415819 w 2889213"/>
              <a:gd name="connsiteY19" fmla="*/ 1334933 h 1871397"/>
              <a:gd name="connsiteX20" fmla="*/ 665501 w 2889213"/>
              <a:gd name="connsiteY20" fmla="*/ 1276212 h 1871397"/>
              <a:gd name="connsiteX21" fmla="*/ 0 w 2889213"/>
              <a:gd name="connsiteY21" fmla="*/ 1126148 h 1871397"/>
              <a:gd name="connsiteX22" fmla="*/ 13050 w 2889213"/>
              <a:gd name="connsiteY22" fmla="*/ 284488 h 1871397"/>
              <a:gd name="connsiteX23" fmla="*/ 1898646 w 2889213"/>
              <a:gd name="connsiteY23" fmla="*/ 46 h 1871397"/>
              <a:gd name="connsiteX0" fmla="*/ 2209609 w 2889213"/>
              <a:gd name="connsiteY0" fmla="*/ 251285 h 1871397"/>
              <a:gd name="connsiteX1" fmla="*/ 2655476 w 2889213"/>
              <a:gd name="connsiteY1" fmla="*/ 584615 h 1871397"/>
              <a:gd name="connsiteX2" fmla="*/ 2828170 w 2889213"/>
              <a:gd name="connsiteY2" fmla="*/ 1010501 h 1871397"/>
              <a:gd name="connsiteX3" fmla="*/ 2883834 w 2889213"/>
              <a:gd name="connsiteY3" fmla="*/ 1308835 h 1871397"/>
              <a:gd name="connsiteX4" fmla="*/ 2840612 w 2889213"/>
              <a:gd name="connsiteY4" fmla="*/ 1564355 h 1871397"/>
              <a:gd name="connsiteX5" fmla="*/ 2632493 w 2889213"/>
              <a:gd name="connsiteY5" fmla="*/ 1175282 h 1871397"/>
              <a:gd name="connsiteX6" fmla="*/ 2209609 w 2889213"/>
              <a:gd name="connsiteY6" fmla="*/ 251285 h 1871397"/>
              <a:gd name="connsiteX7" fmla="*/ 1898646 w 2889213"/>
              <a:gd name="connsiteY7" fmla="*/ 46 h 1871397"/>
              <a:gd name="connsiteX8" fmla="*/ 1941303 w 2889213"/>
              <a:gd name="connsiteY8" fmla="*/ 293585 h 1871397"/>
              <a:gd name="connsiteX9" fmla="*/ 1974640 w 2889213"/>
              <a:gd name="connsiteY9" fmla="*/ 533402 h 1871397"/>
              <a:gd name="connsiteX10" fmla="*/ 1973469 w 2889213"/>
              <a:gd name="connsiteY10" fmla="*/ 784519 h 1871397"/>
              <a:gd name="connsiteX11" fmla="*/ 1866010 w 2889213"/>
              <a:gd name="connsiteY11" fmla="*/ 878218 h 1871397"/>
              <a:gd name="connsiteX12" fmla="*/ 2733769 w 2889213"/>
              <a:gd name="connsiteY12" fmla="*/ 1387129 h 1871397"/>
              <a:gd name="connsiteX13" fmla="*/ 2694623 w 2889213"/>
              <a:gd name="connsiteY13" fmla="*/ 1639703 h 1871397"/>
              <a:gd name="connsiteX14" fmla="*/ 2385869 w 2889213"/>
              <a:gd name="connsiteY14" fmla="*/ 1585623 h 1871397"/>
              <a:gd name="connsiteX15" fmla="*/ 2074819 w 2889213"/>
              <a:gd name="connsiteY15" fmla="*/ 1565782 h 1871397"/>
              <a:gd name="connsiteX16" fmla="*/ 1739085 w 2889213"/>
              <a:gd name="connsiteY16" fmla="*/ 1871397 h 1871397"/>
              <a:gd name="connsiteX17" fmla="*/ 1648664 w 2889213"/>
              <a:gd name="connsiteY17" fmla="*/ 1582137 h 1871397"/>
              <a:gd name="connsiteX18" fmla="*/ 1376671 w 2889213"/>
              <a:gd name="connsiteY18" fmla="*/ 1700306 h 1871397"/>
              <a:gd name="connsiteX19" fmla="*/ 1415819 w 2889213"/>
              <a:gd name="connsiteY19" fmla="*/ 1334933 h 1871397"/>
              <a:gd name="connsiteX20" fmla="*/ 665501 w 2889213"/>
              <a:gd name="connsiteY20" fmla="*/ 1276212 h 1871397"/>
              <a:gd name="connsiteX21" fmla="*/ 0 w 2889213"/>
              <a:gd name="connsiteY21" fmla="*/ 1126148 h 1871397"/>
              <a:gd name="connsiteX22" fmla="*/ 13050 w 2889213"/>
              <a:gd name="connsiteY22" fmla="*/ 284488 h 1871397"/>
              <a:gd name="connsiteX23" fmla="*/ 1898646 w 2889213"/>
              <a:gd name="connsiteY23" fmla="*/ 46 h 1871397"/>
              <a:gd name="connsiteX0" fmla="*/ 2150164 w 2889213"/>
              <a:gd name="connsiteY0" fmla="*/ 228993 h 1871397"/>
              <a:gd name="connsiteX1" fmla="*/ 2655476 w 2889213"/>
              <a:gd name="connsiteY1" fmla="*/ 584615 h 1871397"/>
              <a:gd name="connsiteX2" fmla="*/ 2828170 w 2889213"/>
              <a:gd name="connsiteY2" fmla="*/ 1010501 h 1871397"/>
              <a:gd name="connsiteX3" fmla="*/ 2883834 w 2889213"/>
              <a:gd name="connsiteY3" fmla="*/ 1308835 h 1871397"/>
              <a:gd name="connsiteX4" fmla="*/ 2840612 w 2889213"/>
              <a:gd name="connsiteY4" fmla="*/ 1564355 h 1871397"/>
              <a:gd name="connsiteX5" fmla="*/ 2632493 w 2889213"/>
              <a:gd name="connsiteY5" fmla="*/ 1175282 h 1871397"/>
              <a:gd name="connsiteX6" fmla="*/ 2150164 w 2889213"/>
              <a:gd name="connsiteY6" fmla="*/ 228993 h 1871397"/>
              <a:gd name="connsiteX7" fmla="*/ 1898646 w 2889213"/>
              <a:gd name="connsiteY7" fmla="*/ 46 h 1871397"/>
              <a:gd name="connsiteX8" fmla="*/ 1941303 w 2889213"/>
              <a:gd name="connsiteY8" fmla="*/ 293585 h 1871397"/>
              <a:gd name="connsiteX9" fmla="*/ 1974640 w 2889213"/>
              <a:gd name="connsiteY9" fmla="*/ 533402 h 1871397"/>
              <a:gd name="connsiteX10" fmla="*/ 1973469 w 2889213"/>
              <a:gd name="connsiteY10" fmla="*/ 784519 h 1871397"/>
              <a:gd name="connsiteX11" fmla="*/ 1866010 w 2889213"/>
              <a:gd name="connsiteY11" fmla="*/ 878218 h 1871397"/>
              <a:gd name="connsiteX12" fmla="*/ 2733769 w 2889213"/>
              <a:gd name="connsiteY12" fmla="*/ 1387129 h 1871397"/>
              <a:gd name="connsiteX13" fmla="*/ 2694623 w 2889213"/>
              <a:gd name="connsiteY13" fmla="*/ 1639703 h 1871397"/>
              <a:gd name="connsiteX14" fmla="*/ 2385869 w 2889213"/>
              <a:gd name="connsiteY14" fmla="*/ 1585623 h 1871397"/>
              <a:gd name="connsiteX15" fmla="*/ 2074819 w 2889213"/>
              <a:gd name="connsiteY15" fmla="*/ 1565782 h 1871397"/>
              <a:gd name="connsiteX16" fmla="*/ 1739085 w 2889213"/>
              <a:gd name="connsiteY16" fmla="*/ 1871397 h 1871397"/>
              <a:gd name="connsiteX17" fmla="*/ 1648664 w 2889213"/>
              <a:gd name="connsiteY17" fmla="*/ 1582137 h 1871397"/>
              <a:gd name="connsiteX18" fmla="*/ 1376671 w 2889213"/>
              <a:gd name="connsiteY18" fmla="*/ 1700306 h 1871397"/>
              <a:gd name="connsiteX19" fmla="*/ 1415819 w 2889213"/>
              <a:gd name="connsiteY19" fmla="*/ 1334933 h 1871397"/>
              <a:gd name="connsiteX20" fmla="*/ 665501 w 2889213"/>
              <a:gd name="connsiteY20" fmla="*/ 1276212 h 1871397"/>
              <a:gd name="connsiteX21" fmla="*/ 0 w 2889213"/>
              <a:gd name="connsiteY21" fmla="*/ 1126148 h 1871397"/>
              <a:gd name="connsiteX22" fmla="*/ 13050 w 2889213"/>
              <a:gd name="connsiteY22" fmla="*/ 284488 h 1871397"/>
              <a:gd name="connsiteX23" fmla="*/ 1898646 w 2889213"/>
              <a:gd name="connsiteY23" fmla="*/ 46 h 1871397"/>
              <a:gd name="connsiteX0" fmla="*/ 2150164 w 2889213"/>
              <a:gd name="connsiteY0" fmla="*/ 113841 h 1756245"/>
              <a:gd name="connsiteX1" fmla="*/ 2655476 w 2889213"/>
              <a:gd name="connsiteY1" fmla="*/ 469463 h 1756245"/>
              <a:gd name="connsiteX2" fmla="*/ 2828170 w 2889213"/>
              <a:gd name="connsiteY2" fmla="*/ 895349 h 1756245"/>
              <a:gd name="connsiteX3" fmla="*/ 2883834 w 2889213"/>
              <a:gd name="connsiteY3" fmla="*/ 1193683 h 1756245"/>
              <a:gd name="connsiteX4" fmla="*/ 2840612 w 2889213"/>
              <a:gd name="connsiteY4" fmla="*/ 1449203 h 1756245"/>
              <a:gd name="connsiteX5" fmla="*/ 2632493 w 2889213"/>
              <a:gd name="connsiteY5" fmla="*/ 1060130 h 1756245"/>
              <a:gd name="connsiteX6" fmla="*/ 2150164 w 2889213"/>
              <a:gd name="connsiteY6" fmla="*/ 113841 h 1756245"/>
              <a:gd name="connsiteX7" fmla="*/ 1397081 w 2889213"/>
              <a:gd name="connsiteY7" fmla="*/ 68 h 1756245"/>
              <a:gd name="connsiteX8" fmla="*/ 1941303 w 2889213"/>
              <a:gd name="connsiteY8" fmla="*/ 178433 h 1756245"/>
              <a:gd name="connsiteX9" fmla="*/ 1974640 w 2889213"/>
              <a:gd name="connsiteY9" fmla="*/ 418250 h 1756245"/>
              <a:gd name="connsiteX10" fmla="*/ 1973469 w 2889213"/>
              <a:gd name="connsiteY10" fmla="*/ 669367 h 1756245"/>
              <a:gd name="connsiteX11" fmla="*/ 1866010 w 2889213"/>
              <a:gd name="connsiteY11" fmla="*/ 763066 h 1756245"/>
              <a:gd name="connsiteX12" fmla="*/ 2733769 w 2889213"/>
              <a:gd name="connsiteY12" fmla="*/ 1271977 h 1756245"/>
              <a:gd name="connsiteX13" fmla="*/ 2694623 w 2889213"/>
              <a:gd name="connsiteY13" fmla="*/ 1524551 h 1756245"/>
              <a:gd name="connsiteX14" fmla="*/ 2385869 w 2889213"/>
              <a:gd name="connsiteY14" fmla="*/ 1470471 h 1756245"/>
              <a:gd name="connsiteX15" fmla="*/ 2074819 w 2889213"/>
              <a:gd name="connsiteY15" fmla="*/ 1450630 h 1756245"/>
              <a:gd name="connsiteX16" fmla="*/ 1739085 w 2889213"/>
              <a:gd name="connsiteY16" fmla="*/ 1756245 h 1756245"/>
              <a:gd name="connsiteX17" fmla="*/ 1648664 w 2889213"/>
              <a:gd name="connsiteY17" fmla="*/ 1466985 h 1756245"/>
              <a:gd name="connsiteX18" fmla="*/ 1376671 w 2889213"/>
              <a:gd name="connsiteY18" fmla="*/ 1585154 h 1756245"/>
              <a:gd name="connsiteX19" fmla="*/ 1415819 w 2889213"/>
              <a:gd name="connsiteY19" fmla="*/ 1219781 h 1756245"/>
              <a:gd name="connsiteX20" fmla="*/ 665501 w 2889213"/>
              <a:gd name="connsiteY20" fmla="*/ 1161060 h 1756245"/>
              <a:gd name="connsiteX21" fmla="*/ 0 w 2889213"/>
              <a:gd name="connsiteY21" fmla="*/ 1010996 h 1756245"/>
              <a:gd name="connsiteX22" fmla="*/ 13050 w 2889213"/>
              <a:gd name="connsiteY22" fmla="*/ 169336 h 1756245"/>
              <a:gd name="connsiteX23" fmla="*/ 1397081 w 2889213"/>
              <a:gd name="connsiteY23" fmla="*/ 68 h 1756245"/>
              <a:gd name="connsiteX0" fmla="*/ 2150164 w 2889213"/>
              <a:gd name="connsiteY0" fmla="*/ 113841 h 1756245"/>
              <a:gd name="connsiteX1" fmla="*/ 2655476 w 2889213"/>
              <a:gd name="connsiteY1" fmla="*/ 469463 h 1756245"/>
              <a:gd name="connsiteX2" fmla="*/ 2828170 w 2889213"/>
              <a:gd name="connsiteY2" fmla="*/ 895349 h 1756245"/>
              <a:gd name="connsiteX3" fmla="*/ 2883834 w 2889213"/>
              <a:gd name="connsiteY3" fmla="*/ 1193683 h 1756245"/>
              <a:gd name="connsiteX4" fmla="*/ 2840612 w 2889213"/>
              <a:gd name="connsiteY4" fmla="*/ 1449203 h 1756245"/>
              <a:gd name="connsiteX5" fmla="*/ 2632493 w 2889213"/>
              <a:gd name="connsiteY5" fmla="*/ 1060130 h 1756245"/>
              <a:gd name="connsiteX6" fmla="*/ 2150164 w 2889213"/>
              <a:gd name="connsiteY6" fmla="*/ 113841 h 1756245"/>
              <a:gd name="connsiteX7" fmla="*/ 1397081 w 2889213"/>
              <a:gd name="connsiteY7" fmla="*/ 68 h 1756245"/>
              <a:gd name="connsiteX8" fmla="*/ 1826128 w 2889213"/>
              <a:gd name="connsiteY8" fmla="*/ 230447 h 1756245"/>
              <a:gd name="connsiteX9" fmla="*/ 1974640 w 2889213"/>
              <a:gd name="connsiteY9" fmla="*/ 418250 h 1756245"/>
              <a:gd name="connsiteX10" fmla="*/ 1973469 w 2889213"/>
              <a:gd name="connsiteY10" fmla="*/ 669367 h 1756245"/>
              <a:gd name="connsiteX11" fmla="*/ 1866010 w 2889213"/>
              <a:gd name="connsiteY11" fmla="*/ 763066 h 1756245"/>
              <a:gd name="connsiteX12" fmla="*/ 2733769 w 2889213"/>
              <a:gd name="connsiteY12" fmla="*/ 1271977 h 1756245"/>
              <a:gd name="connsiteX13" fmla="*/ 2694623 w 2889213"/>
              <a:gd name="connsiteY13" fmla="*/ 1524551 h 1756245"/>
              <a:gd name="connsiteX14" fmla="*/ 2385869 w 2889213"/>
              <a:gd name="connsiteY14" fmla="*/ 1470471 h 1756245"/>
              <a:gd name="connsiteX15" fmla="*/ 2074819 w 2889213"/>
              <a:gd name="connsiteY15" fmla="*/ 1450630 h 1756245"/>
              <a:gd name="connsiteX16" fmla="*/ 1739085 w 2889213"/>
              <a:gd name="connsiteY16" fmla="*/ 1756245 h 1756245"/>
              <a:gd name="connsiteX17" fmla="*/ 1648664 w 2889213"/>
              <a:gd name="connsiteY17" fmla="*/ 1466985 h 1756245"/>
              <a:gd name="connsiteX18" fmla="*/ 1376671 w 2889213"/>
              <a:gd name="connsiteY18" fmla="*/ 1585154 h 1756245"/>
              <a:gd name="connsiteX19" fmla="*/ 1415819 w 2889213"/>
              <a:gd name="connsiteY19" fmla="*/ 1219781 h 1756245"/>
              <a:gd name="connsiteX20" fmla="*/ 665501 w 2889213"/>
              <a:gd name="connsiteY20" fmla="*/ 1161060 h 1756245"/>
              <a:gd name="connsiteX21" fmla="*/ 0 w 2889213"/>
              <a:gd name="connsiteY21" fmla="*/ 1010996 h 1756245"/>
              <a:gd name="connsiteX22" fmla="*/ 13050 w 2889213"/>
              <a:gd name="connsiteY22" fmla="*/ 169336 h 1756245"/>
              <a:gd name="connsiteX23" fmla="*/ 1397081 w 2889213"/>
              <a:gd name="connsiteY23" fmla="*/ 68 h 1756245"/>
              <a:gd name="connsiteX0" fmla="*/ 2150164 w 2889213"/>
              <a:gd name="connsiteY0" fmla="*/ 113841 h 1756245"/>
              <a:gd name="connsiteX1" fmla="*/ 2655476 w 2889213"/>
              <a:gd name="connsiteY1" fmla="*/ 469463 h 1756245"/>
              <a:gd name="connsiteX2" fmla="*/ 2828170 w 2889213"/>
              <a:gd name="connsiteY2" fmla="*/ 895349 h 1756245"/>
              <a:gd name="connsiteX3" fmla="*/ 2883834 w 2889213"/>
              <a:gd name="connsiteY3" fmla="*/ 1193683 h 1756245"/>
              <a:gd name="connsiteX4" fmla="*/ 2840612 w 2889213"/>
              <a:gd name="connsiteY4" fmla="*/ 1449203 h 1756245"/>
              <a:gd name="connsiteX5" fmla="*/ 2632493 w 2889213"/>
              <a:gd name="connsiteY5" fmla="*/ 1060130 h 1756245"/>
              <a:gd name="connsiteX6" fmla="*/ 2150164 w 2889213"/>
              <a:gd name="connsiteY6" fmla="*/ 113841 h 1756245"/>
              <a:gd name="connsiteX7" fmla="*/ 1397081 w 2889213"/>
              <a:gd name="connsiteY7" fmla="*/ 68 h 1756245"/>
              <a:gd name="connsiteX8" fmla="*/ 1826128 w 2889213"/>
              <a:gd name="connsiteY8" fmla="*/ 230447 h 1756245"/>
              <a:gd name="connsiteX9" fmla="*/ 1892904 w 2889213"/>
              <a:gd name="connsiteY9" fmla="*/ 459118 h 1756245"/>
              <a:gd name="connsiteX10" fmla="*/ 1973469 w 2889213"/>
              <a:gd name="connsiteY10" fmla="*/ 669367 h 1756245"/>
              <a:gd name="connsiteX11" fmla="*/ 1866010 w 2889213"/>
              <a:gd name="connsiteY11" fmla="*/ 763066 h 1756245"/>
              <a:gd name="connsiteX12" fmla="*/ 2733769 w 2889213"/>
              <a:gd name="connsiteY12" fmla="*/ 1271977 h 1756245"/>
              <a:gd name="connsiteX13" fmla="*/ 2694623 w 2889213"/>
              <a:gd name="connsiteY13" fmla="*/ 1524551 h 1756245"/>
              <a:gd name="connsiteX14" fmla="*/ 2385869 w 2889213"/>
              <a:gd name="connsiteY14" fmla="*/ 1470471 h 1756245"/>
              <a:gd name="connsiteX15" fmla="*/ 2074819 w 2889213"/>
              <a:gd name="connsiteY15" fmla="*/ 1450630 h 1756245"/>
              <a:gd name="connsiteX16" fmla="*/ 1739085 w 2889213"/>
              <a:gd name="connsiteY16" fmla="*/ 1756245 h 1756245"/>
              <a:gd name="connsiteX17" fmla="*/ 1648664 w 2889213"/>
              <a:gd name="connsiteY17" fmla="*/ 1466985 h 1756245"/>
              <a:gd name="connsiteX18" fmla="*/ 1376671 w 2889213"/>
              <a:gd name="connsiteY18" fmla="*/ 1585154 h 1756245"/>
              <a:gd name="connsiteX19" fmla="*/ 1415819 w 2889213"/>
              <a:gd name="connsiteY19" fmla="*/ 1219781 h 1756245"/>
              <a:gd name="connsiteX20" fmla="*/ 665501 w 2889213"/>
              <a:gd name="connsiteY20" fmla="*/ 1161060 h 1756245"/>
              <a:gd name="connsiteX21" fmla="*/ 0 w 2889213"/>
              <a:gd name="connsiteY21" fmla="*/ 1010996 h 1756245"/>
              <a:gd name="connsiteX22" fmla="*/ 13050 w 2889213"/>
              <a:gd name="connsiteY22" fmla="*/ 169336 h 1756245"/>
              <a:gd name="connsiteX23" fmla="*/ 1397081 w 2889213"/>
              <a:gd name="connsiteY23" fmla="*/ 68 h 1756245"/>
              <a:gd name="connsiteX0" fmla="*/ 2150164 w 2889213"/>
              <a:gd name="connsiteY0" fmla="*/ 113841 h 1756245"/>
              <a:gd name="connsiteX1" fmla="*/ 2655476 w 2889213"/>
              <a:gd name="connsiteY1" fmla="*/ 469463 h 1756245"/>
              <a:gd name="connsiteX2" fmla="*/ 2828170 w 2889213"/>
              <a:gd name="connsiteY2" fmla="*/ 895349 h 1756245"/>
              <a:gd name="connsiteX3" fmla="*/ 2883834 w 2889213"/>
              <a:gd name="connsiteY3" fmla="*/ 1193683 h 1756245"/>
              <a:gd name="connsiteX4" fmla="*/ 2840612 w 2889213"/>
              <a:gd name="connsiteY4" fmla="*/ 1449203 h 1756245"/>
              <a:gd name="connsiteX5" fmla="*/ 2632493 w 2889213"/>
              <a:gd name="connsiteY5" fmla="*/ 1060130 h 1756245"/>
              <a:gd name="connsiteX6" fmla="*/ 2150164 w 2889213"/>
              <a:gd name="connsiteY6" fmla="*/ 113841 h 1756245"/>
              <a:gd name="connsiteX7" fmla="*/ 1397081 w 2889213"/>
              <a:gd name="connsiteY7" fmla="*/ 68 h 1756245"/>
              <a:gd name="connsiteX8" fmla="*/ 1729530 w 2889213"/>
              <a:gd name="connsiteY8" fmla="*/ 204440 h 1756245"/>
              <a:gd name="connsiteX9" fmla="*/ 1892904 w 2889213"/>
              <a:gd name="connsiteY9" fmla="*/ 459118 h 1756245"/>
              <a:gd name="connsiteX10" fmla="*/ 1973469 w 2889213"/>
              <a:gd name="connsiteY10" fmla="*/ 669367 h 1756245"/>
              <a:gd name="connsiteX11" fmla="*/ 1866010 w 2889213"/>
              <a:gd name="connsiteY11" fmla="*/ 763066 h 1756245"/>
              <a:gd name="connsiteX12" fmla="*/ 2733769 w 2889213"/>
              <a:gd name="connsiteY12" fmla="*/ 1271977 h 1756245"/>
              <a:gd name="connsiteX13" fmla="*/ 2694623 w 2889213"/>
              <a:gd name="connsiteY13" fmla="*/ 1524551 h 1756245"/>
              <a:gd name="connsiteX14" fmla="*/ 2385869 w 2889213"/>
              <a:gd name="connsiteY14" fmla="*/ 1470471 h 1756245"/>
              <a:gd name="connsiteX15" fmla="*/ 2074819 w 2889213"/>
              <a:gd name="connsiteY15" fmla="*/ 1450630 h 1756245"/>
              <a:gd name="connsiteX16" fmla="*/ 1739085 w 2889213"/>
              <a:gd name="connsiteY16" fmla="*/ 1756245 h 1756245"/>
              <a:gd name="connsiteX17" fmla="*/ 1648664 w 2889213"/>
              <a:gd name="connsiteY17" fmla="*/ 1466985 h 1756245"/>
              <a:gd name="connsiteX18" fmla="*/ 1376671 w 2889213"/>
              <a:gd name="connsiteY18" fmla="*/ 1585154 h 1756245"/>
              <a:gd name="connsiteX19" fmla="*/ 1415819 w 2889213"/>
              <a:gd name="connsiteY19" fmla="*/ 1219781 h 1756245"/>
              <a:gd name="connsiteX20" fmla="*/ 665501 w 2889213"/>
              <a:gd name="connsiteY20" fmla="*/ 1161060 h 1756245"/>
              <a:gd name="connsiteX21" fmla="*/ 0 w 2889213"/>
              <a:gd name="connsiteY21" fmla="*/ 1010996 h 1756245"/>
              <a:gd name="connsiteX22" fmla="*/ 13050 w 2889213"/>
              <a:gd name="connsiteY22" fmla="*/ 169336 h 1756245"/>
              <a:gd name="connsiteX23" fmla="*/ 1397081 w 2889213"/>
              <a:gd name="connsiteY23" fmla="*/ 68 h 1756245"/>
              <a:gd name="connsiteX0" fmla="*/ 2150164 w 2889213"/>
              <a:gd name="connsiteY0" fmla="*/ 113841 h 1756245"/>
              <a:gd name="connsiteX1" fmla="*/ 2655476 w 2889213"/>
              <a:gd name="connsiteY1" fmla="*/ 469463 h 1756245"/>
              <a:gd name="connsiteX2" fmla="*/ 2828170 w 2889213"/>
              <a:gd name="connsiteY2" fmla="*/ 895349 h 1756245"/>
              <a:gd name="connsiteX3" fmla="*/ 2883834 w 2889213"/>
              <a:gd name="connsiteY3" fmla="*/ 1193683 h 1756245"/>
              <a:gd name="connsiteX4" fmla="*/ 2840612 w 2889213"/>
              <a:gd name="connsiteY4" fmla="*/ 1449203 h 1756245"/>
              <a:gd name="connsiteX5" fmla="*/ 2632493 w 2889213"/>
              <a:gd name="connsiteY5" fmla="*/ 1060130 h 1756245"/>
              <a:gd name="connsiteX6" fmla="*/ 2150164 w 2889213"/>
              <a:gd name="connsiteY6" fmla="*/ 113841 h 1756245"/>
              <a:gd name="connsiteX7" fmla="*/ 1397081 w 2889213"/>
              <a:gd name="connsiteY7" fmla="*/ 68 h 1756245"/>
              <a:gd name="connsiteX8" fmla="*/ 1729530 w 2889213"/>
              <a:gd name="connsiteY8" fmla="*/ 204440 h 1756245"/>
              <a:gd name="connsiteX9" fmla="*/ 1892904 w 2889213"/>
              <a:gd name="connsiteY9" fmla="*/ 459118 h 1756245"/>
              <a:gd name="connsiteX10" fmla="*/ 1973469 w 2889213"/>
              <a:gd name="connsiteY10" fmla="*/ 669367 h 1756245"/>
              <a:gd name="connsiteX11" fmla="*/ 1866010 w 2889213"/>
              <a:gd name="connsiteY11" fmla="*/ 763066 h 1756245"/>
              <a:gd name="connsiteX12" fmla="*/ 2733769 w 2889213"/>
              <a:gd name="connsiteY12" fmla="*/ 1271977 h 1756245"/>
              <a:gd name="connsiteX13" fmla="*/ 2694623 w 2889213"/>
              <a:gd name="connsiteY13" fmla="*/ 1524551 h 1756245"/>
              <a:gd name="connsiteX14" fmla="*/ 2385869 w 2889213"/>
              <a:gd name="connsiteY14" fmla="*/ 1470471 h 1756245"/>
              <a:gd name="connsiteX15" fmla="*/ 2074819 w 2889213"/>
              <a:gd name="connsiteY15" fmla="*/ 1450630 h 1756245"/>
              <a:gd name="connsiteX16" fmla="*/ 1739085 w 2889213"/>
              <a:gd name="connsiteY16" fmla="*/ 1756245 h 1756245"/>
              <a:gd name="connsiteX17" fmla="*/ 1648664 w 2889213"/>
              <a:gd name="connsiteY17" fmla="*/ 1466985 h 1756245"/>
              <a:gd name="connsiteX18" fmla="*/ 1376671 w 2889213"/>
              <a:gd name="connsiteY18" fmla="*/ 1585154 h 1756245"/>
              <a:gd name="connsiteX19" fmla="*/ 1415819 w 2889213"/>
              <a:gd name="connsiteY19" fmla="*/ 1219781 h 1756245"/>
              <a:gd name="connsiteX20" fmla="*/ 665501 w 2889213"/>
              <a:gd name="connsiteY20" fmla="*/ 1161060 h 1756245"/>
              <a:gd name="connsiteX21" fmla="*/ 0 w 2889213"/>
              <a:gd name="connsiteY21" fmla="*/ 1010996 h 1756245"/>
              <a:gd name="connsiteX22" fmla="*/ 13050 w 2889213"/>
              <a:gd name="connsiteY22" fmla="*/ 169336 h 1756245"/>
              <a:gd name="connsiteX23" fmla="*/ 1397081 w 2889213"/>
              <a:gd name="connsiteY23" fmla="*/ 68 h 1756245"/>
              <a:gd name="connsiteX0" fmla="*/ 2150164 w 2889213"/>
              <a:gd name="connsiteY0" fmla="*/ 113841 h 1756245"/>
              <a:gd name="connsiteX1" fmla="*/ 2655476 w 2889213"/>
              <a:gd name="connsiteY1" fmla="*/ 469463 h 1756245"/>
              <a:gd name="connsiteX2" fmla="*/ 2828170 w 2889213"/>
              <a:gd name="connsiteY2" fmla="*/ 895349 h 1756245"/>
              <a:gd name="connsiteX3" fmla="*/ 2883834 w 2889213"/>
              <a:gd name="connsiteY3" fmla="*/ 1193683 h 1756245"/>
              <a:gd name="connsiteX4" fmla="*/ 2840612 w 2889213"/>
              <a:gd name="connsiteY4" fmla="*/ 1449203 h 1756245"/>
              <a:gd name="connsiteX5" fmla="*/ 2632493 w 2889213"/>
              <a:gd name="connsiteY5" fmla="*/ 1060130 h 1756245"/>
              <a:gd name="connsiteX6" fmla="*/ 2150164 w 2889213"/>
              <a:gd name="connsiteY6" fmla="*/ 113841 h 1756245"/>
              <a:gd name="connsiteX7" fmla="*/ 1348782 w 2889213"/>
              <a:gd name="connsiteY7" fmla="*/ 68 h 1756245"/>
              <a:gd name="connsiteX8" fmla="*/ 1729530 w 2889213"/>
              <a:gd name="connsiteY8" fmla="*/ 204440 h 1756245"/>
              <a:gd name="connsiteX9" fmla="*/ 1892904 w 2889213"/>
              <a:gd name="connsiteY9" fmla="*/ 459118 h 1756245"/>
              <a:gd name="connsiteX10" fmla="*/ 1973469 w 2889213"/>
              <a:gd name="connsiteY10" fmla="*/ 669367 h 1756245"/>
              <a:gd name="connsiteX11" fmla="*/ 1866010 w 2889213"/>
              <a:gd name="connsiteY11" fmla="*/ 763066 h 1756245"/>
              <a:gd name="connsiteX12" fmla="*/ 2733769 w 2889213"/>
              <a:gd name="connsiteY12" fmla="*/ 1271977 h 1756245"/>
              <a:gd name="connsiteX13" fmla="*/ 2694623 w 2889213"/>
              <a:gd name="connsiteY13" fmla="*/ 1524551 h 1756245"/>
              <a:gd name="connsiteX14" fmla="*/ 2385869 w 2889213"/>
              <a:gd name="connsiteY14" fmla="*/ 1470471 h 1756245"/>
              <a:gd name="connsiteX15" fmla="*/ 2074819 w 2889213"/>
              <a:gd name="connsiteY15" fmla="*/ 1450630 h 1756245"/>
              <a:gd name="connsiteX16" fmla="*/ 1739085 w 2889213"/>
              <a:gd name="connsiteY16" fmla="*/ 1756245 h 1756245"/>
              <a:gd name="connsiteX17" fmla="*/ 1648664 w 2889213"/>
              <a:gd name="connsiteY17" fmla="*/ 1466985 h 1756245"/>
              <a:gd name="connsiteX18" fmla="*/ 1376671 w 2889213"/>
              <a:gd name="connsiteY18" fmla="*/ 1585154 h 1756245"/>
              <a:gd name="connsiteX19" fmla="*/ 1415819 w 2889213"/>
              <a:gd name="connsiteY19" fmla="*/ 1219781 h 1756245"/>
              <a:gd name="connsiteX20" fmla="*/ 665501 w 2889213"/>
              <a:gd name="connsiteY20" fmla="*/ 1161060 h 1756245"/>
              <a:gd name="connsiteX21" fmla="*/ 0 w 2889213"/>
              <a:gd name="connsiteY21" fmla="*/ 1010996 h 1756245"/>
              <a:gd name="connsiteX22" fmla="*/ 13050 w 2889213"/>
              <a:gd name="connsiteY22" fmla="*/ 169336 h 1756245"/>
              <a:gd name="connsiteX23" fmla="*/ 1348782 w 2889213"/>
              <a:gd name="connsiteY23" fmla="*/ 68 h 1756245"/>
              <a:gd name="connsiteX0" fmla="*/ 2150164 w 2889213"/>
              <a:gd name="connsiteY0" fmla="*/ 113841 h 1756245"/>
              <a:gd name="connsiteX1" fmla="*/ 2655476 w 2889213"/>
              <a:gd name="connsiteY1" fmla="*/ 469463 h 1756245"/>
              <a:gd name="connsiteX2" fmla="*/ 2828170 w 2889213"/>
              <a:gd name="connsiteY2" fmla="*/ 895349 h 1756245"/>
              <a:gd name="connsiteX3" fmla="*/ 2883834 w 2889213"/>
              <a:gd name="connsiteY3" fmla="*/ 1193683 h 1756245"/>
              <a:gd name="connsiteX4" fmla="*/ 2840612 w 2889213"/>
              <a:gd name="connsiteY4" fmla="*/ 1449203 h 1756245"/>
              <a:gd name="connsiteX5" fmla="*/ 2632493 w 2889213"/>
              <a:gd name="connsiteY5" fmla="*/ 1060130 h 1756245"/>
              <a:gd name="connsiteX6" fmla="*/ 2150164 w 2889213"/>
              <a:gd name="connsiteY6" fmla="*/ 113841 h 1756245"/>
              <a:gd name="connsiteX7" fmla="*/ 1348782 w 2889213"/>
              <a:gd name="connsiteY7" fmla="*/ 68 h 1756245"/>
              <a:gd name="connsiteX8" fmla="*/ 1729530 w 2889213"/>
              <a:gd name="connsiteY8" fmla="*/ 204440 h 1756245"/>
              <a:gd name="connsiteX9" fmla="*/ 1892904 w 2889213"/>
              <a:gd name="connsiteY9" fmla="*/ 459118 h 1756245"/>
              <a:gd name="connsiteX10" fmla="*/ 1973469 w 2889213"/>
              <a:gd name="connsiteY10" fmla="*/ 669367 h 1756245"/>
              <a:gd name="connsiteX11" fmla="*/ 1866010 w 2889213"/>
              <a:gd name="connsiteY11" fmla="*/ 763066 h 1756245"/>
              <a:gd name="connsiteX12" fmla="*/ 2733769 w 2889213"/>
              <a:gd name="connsiteY12" fmla="*/ 1271977 h 1756245"/>
              <a:gd name="connsiteX13" fmla="*/ 2694623 w 2889213"/>
              <a:gd name="connsiteY13" fmla="*/ 1524551 h 1756245"/>
              <a:gd name="connsiteX14" fmla="*/ 2385869 w 2889213"/>
              <a:gd name="connsiteY14" fmla="*/ 1470471 h 1756245"/>
              <a:gd name="connsiteX15" fmla="*/ 2074819 w 2889213"/>
              <a:gd name="connsiteY15" fmla="*/ 1450630 h 1756245"/>
              <a:gd name="connsiteX16" fmla="*/ 1739085 w 2889213"/>
              <a:gd name="connsiteY16" fmla="*/ 1756245 h 1756245"/>
              <a:gd name="connsiteX17" fmla="*/ 1648664 w 2889213"/>
              <a:gd name="connsiteY17" fmla="*/ 1466985 h 1756245"/>
              <a:gd name="connsiteX18" fmla="*/ 1376671 w 2889213"/>
              <a:gd name="connsiteY18" fmla="*/ 1585154 h 1756245"/>
              <a:gd name="connsiteX19" fmla="*/ 1415819 w 2889213"/>
              <a:gd name="connsiteY19" fmla="*/ 1219781 h 1756245"/>
              <a:gd name="connsiteX20" fmla="*/ 665501 w 2889213"/>
              <a:gd name="connsiteY20" fmla="*/ 1161060 h 1756245"/>
              <a:gd name="connsiteX21" fmla="*/ 0 w 2889213"/>
              <a:gd name="connsiteY21" fmla="*/ 1010996 h 1756245"/>
              <a:gd name="connsiteX22" fmla="*/ 13050 w 2889213"/>
              <a:gd name="connsiteY22" fmla="*/ 169336 h 1756245"/>
              <a:gd name="connsiteX23" fmla="*/ 1348782 w 2889213"/>
              <a:gd name="connsiteY23" fmla="*/ 68 h 1756245"/>
              <a:gd name="connsiteX0" fmla="*/ 2150164 w 2889213"/>
              <a:gd name="connsiteY0" fmla="*/ 113773 h 1756177"/>
              <a:gd name="connsiteX1" fmla="*/ 2655476 w 2889213"/>
              <a:gd name="connsiteY1" fmla="*/ 469395 h 1756177"/>
              <a:gd name="connsiteX2" fmla="*/ 2828170 w 2889213"/>
              <a:gd name="connsiteY2" fmla="*/ 895281 h 1756177"/>
              <a:gd name="connsiteX3" fmla="*/ 2883834 w 2889213"/>
              <a:gd name="connsiteY3" fmla="*/ 1193615 h 1756177"/>
              <a:gd name="connsiteX4" fmla="*/ 2840612 w 2889213"/>
              <a:gd name="connsiteY4" fmla="*/ 1449135 h 1756177"/>
              <a:gd name="connsiteX5" fmla="*/ 2632493 w 2889213"/>
              <a:gd name="connsiteY5" fmla="*/ 1060062 h 1756177"/>
              <a:gd name="connsiteX6" fmla="*/ 2150164 w 2889213"/>
              <a:gd name="connsiteY6" fmla="*/ 113773 h 1756177"/>
              <a:gd name="connsiteX7" fmla="*/ 1348782 w 2889213"/>
              <a:gd name="connsiteY7" fmla="*/ 0 h 1756177"/>
              <a:gd name="connsiteX8" fmla="*/ 1729530 w 2889213"/>
              <a:gd name="connsiteY8" fmla="*/ 204372 h 1756177"/>
              <a:gd name="connsiteX9" fmla="*/ 1892904 w 2889213"/>
              <a:gd name="connsiteY9" fmla="*/ 459050 h 1756177"/>
              <a:gd name="connsiteX10" fmla="*/ 1973469 w 2889213"/>
              <a:gd name="connsiteY10" fmla="*/ 669299 h 1756177"/>
              <a:gd name="connsiteX11" fmla="*/ 1866010 w 2889213"/>
              <a:gd name="connsiteY11" fmla="*/ 762998 h 1756177"/>
              <a:gd name="connsiteX12" fmla="*/ 2733769 w 2889213"/>
              <a:gd name="connsiteY12" fmla="*/ 1271909 h 1756177"/>
              <a:gd name="connsiteX13" fmla="*/ 2694623 w 2889213"/>
              <a:gd name="connsiteY13" fmla="*/ 1524483 h 1756177"/>
              <a:gd name="connsiteX14" fmla="*/ 2385869 w 2889213"/>
              <a:gd name="connsiteY14" fmla="*/ 1470403 h 1756177"/>
              <a:gd name="connsiteX15" fmla="*/ 2074819 w 2889213"/>
              <a:gd name="connsiteY15" fmla="*/ 1450562 h 1756177"/>
              <a:gd name="connsiteX16" fmla="*/ 1739085 w 2889213"/>
              <a:gd name="connsiteY16" fmla="*/ 1756177 h 1756177"/>
              <a:gd name="connsiteX17" fmla="*/ 1648664 w 2889213"/>
              <a:gd name="connsiteY17" fmla="*/ 1466917 h 1756177"/>
              <a:gd name="connsiteX18" fmla="*/ 1376671 w 2889213"/>
              <a:gd name="connsiteY18" fmla="*/ 1585086 h 1756177"/>
              <a:gd name="connsiteX19" fmla="*/ 1415819 w 2889213"/>
              <a:gd name="connsiteY19" fmla="*/ 1219713 h 1756177"/>
              <a:gd name="connsiteX20" fmla="*/ 665501 w 2889213"/>
              <a:gd name="connsiteY20" fmla="*/ 1160992 h 1756177"/>
              <a:gd name="connsiteX21" fmla="*/ 0 w 2889213"/>
              <a:gd name="connsiteY21" fmla="*/ 1010928 h 1756177"/>
              <a:gd name="connsiteX22" fmla="*/ 13050 w 2889213"/>
              <a:gd name="connsiteY22" fmla="*/ 169268 h 1756177"/>
              <a:gd name="connsiteX23" fmla="*/ 1348782 w 2889213"/>
              <a:gd name="connsiteY23" fmla="*/ 0 h 1756177"/>
              <a:gd name="connsiteX0" fmla="*/ 2150164 w 2889213"/>
              <a:gd name="connsiteY0" fmla="*/ 113773 h 1756177"/>
              <a:gd name="connsiteX1" fmla="*/ 2655476 w 2889213"/>
              <a:gd name="connsiteY1" fmla="*/ 469395 h 1756177"/>
              <a:gd name="connsiteX2" fmla="*/ 2828170 w 2889213"/>
              <a:gd name="connsiteY2" fmla="*/ 895281 h 1756177"/>
              <a:gd name="connsiteX3" fmla="*/ 2883834 w 2889213"/>
              <a:gd name="connsiteY3" fmla="*/ 1193615 h 1756177"/>
              <a:gd name="connsiteX4" fmla="*/ 2840612 w 2889213"/>
              <a:gd name="connsiteY4" fmla="*/ 1449135 h 1756177"/>
              <a:gd name="connsiteX5" fmla="*/ 2632493 w 2889213"/>
              <a:gd name="connsiteY5" fmla="*/ 1060062 h 1756177"/>
              <a:gd name="connsiteX6" fmla="*/ 2150164 w 2889213"/>
              <a:gd name="connsiteY6" fmla="*/ 113773 h 1756177"/>
              <a:gd name="connsiteX7" fmla="*/ 1348782 w 2889213"/>
              <a:gd name="connsiteY7" fmla="*/ 0 h 1756177"/>
              <a:gd name="connsiteX8" fmla="*/ 1729530 w 2889213"/>
              <a:gd name="connsiteY8" fmla="*/ 204372 h 1756177"/>
              <a:gd name="connsiteX9" fmla="*/ 1848320 w 2889213"/>
              <a:gd name="connsiteY9" fmla="*/ 462766 h 1756177"/>
              <a:gd name="connsiteX10" fmla="*/ 1973469 w 2889213"/>
              <a:gd name="connsiteY10" fmla="*/ 669299 h 1756177"/>
              <a:gd name="connsiteX11" fmla="*/ 1866010 w 2889213"/>
              <a:gd name="connsiteY11" fmla="*/ 762998 h 1756177"/>
              <a:gd name="connsiteX12" fmla="*/ 2733769 w 2889213"/>
              <a:gd name="connsiteY12" fmla="*/ 1271909 h 1756177"/>
              <a:gd name="connsiteX13" fmla="*/ 2694623 w 2889213"/>
              <a:gd name="connsiteY13" fmla="*/ 1524483 h 1756177"/>
              <a:gd name="connsiteX14" fmla="*/ 2385869 w 2889213"/>
              <a:gd name="connsiteY14" fmla="*/ 1470403 h 1756177"/>
              <a:gd name="connsiteX15" fmla="*/ 2074819 w 2889213"/>
              <a:gd name="connsiteY15" fmla="*/ 1450562 h 1756177"/>
              <a:gd name="connsiteX16" fmla="*/ 1739085 w 2889213"/>
              <a:gd name="connsiteY16" fmla="*/ 1756177 h 1756177"/>
              <a:gd name="connsiteX17" fmla="*/ 1648664 w 2889213"/>
              <a:gd name="connsiteY17" fmla="*/ 1466917 h 1756177"/>
              <a:gd name="connsiteX18" fmla="*/ 1376671 w 2889213"/>
              <a:gd name="connsiteY18" fmla="*/ 1585086 h 1756177"/>
              <a:gd name="connsiteX19" fmla="*/ 1415819 w 2889213"/>
              <a:gd name="connsiteY19" fmla="*/ 1219713 h 1756177"/>
              <a:gd name="connsiteX20" fmla="*/ 665501 w 2889213"/>
              <a:gd name="connsiteY20" fmla="*/ 1160992 h 1756177"/>
              <a:gd name="connsiteX21" fmla="*/ 0 w 2889213"/>
              <a:gd name="connsiteY21" fmla="*/ 1010928 h 1756177"/>
              <a:gd name="connsiteX22" fmla="*/ 13050 w 2889213"/>
              <a:gd name="connsiteY22" fmla="*/ 169268 h 1756177"/>
              <a:gd name="connsiteX23" fmla="*/ 1348782 w 2889213"/>
              <a:gd name="connsiteY23" fmla="*/ 0 h 1756177"/>
              <a:gd name="connsiteX0" fmla="*/ 2150164 w 2889213"/>
              <a:gd name="connsiteY0" fmla="*/ 113773 h 1756177"/>
              <a:gd name="connsiteX1" fmla="*/ 2655476 w 2889213"/>
              <a:gd name="connsiteY1" fmla="*/ 469395 h 1756177"/>
              <a:gd name="connsiteX2" fmla="*/ 2828170 w 2889213"/>
              <a:gd name="connsiteY2" fmla="*/ 895281 h 1756177"/>
              <a:gd name="connsiteX3" fmla="*/ 2883834 w 2889213"/>
              <a:gd name="connsiteY3" fmla="*/ 1193615 h 1756177"/>
              <a:gd name="connsiteX4" fmla="*/ 2840612 w 2889213"/>
              <a:gd name="connsiteY4" fmla="*/ 1449135 h 1756177"/>
              <a:gd name="connsiteX5" fmla="*/ 2632493 w 2889213"/>
              <a:gd name="connsiteY5" fmla="*/ 1060062 h 1756177"/>
              <a:gd name="connsiteX6" fmla="*/ 2150164 w 2889213"/>
              <a:gd name="connsiteY6" fmla="*/ 113773 h 1756177"/>
              <a:gd name="connsiteX7" fmla="*/ 1348782 w 2889213"/>
              <a:gd name="connsiteY7" fmla="*/ 0 h 1756177"/>
              <a:gd name="connsiteX8" fmla="*/ 1729530 w 2889213"/>
              <a:gd name="connsiteY8" fmla="*/ 204372 h 1756177"/>
              <a:gd name="connsiteX9" fmla="*/ 1866896 w 2889213"/>
              <a:gd name="connsiteY9" fmla="*/ 462766 h 1756177"/>
              <a:gd name="connsiteX10" fmla="*/ 1973469 w 2889213"/>
              <a:gd name="connsiteY10" fmla="*/ 669299 h 1756177"/>
              <a:gd name="connsiteX11" fmla="*/ 1866010 w 2889213"/>
              <a:gd name="connsiteY11" fmla="*/ 762998 h 1756177"/>
              <a:gd name="connsiteX12" fmla="*/ 2733769 w 2889213"/>
              <a:gd name="connsiteY12" fmla="*/ 1271909 h 1756177"/>
              <a:gd name="connsiteX13" fmla="*/ 2694623 w 2889213"/>
              <a:gd name="connsiteY13" fmla="*/ 1524483 h 1756177"/>
              <a:gd name="connsiteX14" fmla="*/ 2385869 w 2889213"/>
              <a:gd name="connsiteY14" fmla="*/ 1470403 h 1756177"/>
              <a:gd name="connsiteX15" fmla="*/ 2074819 w 2889213"/>
              <a:gd name="connsiteY15" fmla="*/ 1450562 h 1756177"/>
              <a:gd name="connsiteX16" fmla="*/ 1739085 w 2889213"/>
              <a:gd name="connsiteY16" fmla="*/ 1756177 h 1756177"/>
              <a:gd name="connsiteX17" fmla="*/ 1648664 w 2889213"/>
              <a:gd name="connsiteY17" fmla="*/ 1466917 h 1756177"/>
              <a:gd name="connsiteX18" fmla="*/ 1376671 w 2889213"/>
              <a:gd name="connsiteY18" fmla="*/ 1585086 h 1756177"/>
              <a:gd name="connsiteX19" fmla="*/ 1415819 w 2889213"/>
              <a:gd name="connsiteY19" fmla="*/ 1219713 h 1756177"/>
              <a:gd name="connsiteX20" fmla="*/ 665501 w 2889213"/>
              <a:gd name="connsiteY20" fmla="*/ 1160992 h 1756177"/>
              <a:gd name="connsiteX21" fmla="*/ 0 w 2889213"/>
              <a:gd name="connsiteY21" fmla="*/ 1010928 h 1756177"/>
              <a:gd name="connsiteX22" fmla="*/ 13050 w 2889213"/>
              <a:gd name="connsiteY22" fmla="*/ 169268 h 1756177"/>
              <a:gd name="connsiteX23" fmla="*/ 1348782 w 2889213"/>
              <a:gd name="connsiteY23" fmla="*/ 0 h 1756177"/>
              <a:gd name="connsiteX0" fmla="*/ 2150164 w 2889213"/>
              <a:gd name="connsiteY0" fmla="*/ 113773 h 1756177"/>
              <a:gd name="connsiteX1" fmla="*/ 2655476 w 2889213"/>
              <a:gd name="connsiteY1" fmla="*/ 469395 h 1756177"/>
              <a:gd name="connsiteX2" fmla="*/ 2828170 w 2889213"/>
              <a:gd name="connsiteY2" fmla="*/ 895281 h 1756177"/>
              <a:gd name="connsiteX3" fmla="*/ 2883834 w 2889213"/>
              <a:gd name="connsiteY3" fmla="*/ 1193615 h 1756177"/>
              <a:gd name="connsiteX4" fmla="*/ 2840612 w 2889213"/>
              <a:gd name="connsiteY4" fmla="*/ 1449135 h 1756177"/>
              <a:gd name="connsiteX5" fmla="*/ 2632493 w 2889213"/>
              <a:gd name="connsiteY5" fmla="*/ 1060062 h 1756177"/>
              <a:gd name="connsiteX6" fmla="*/ 2150164 w 2889213"/>
              <a:gd name="connsiteY6" fmla="*/ 113773 h 1756177"/>
              <a:gd name="connsiteX7" fmla="*/ 1348782 w 2889213"/>
              <a:gd name="connsiteY7" fmla="*/ 0 h 1756177"/>
              <a:gd name="connsiteX8" fmla="*/ 1714668 w 2889213"/>
              <a:gd name="connsiteY8" fmla="*/ 204372 h 1756177"/>
              <a:gd name="connsiteX9" fmla="*/ 1866896 w 2889213"/>
              <a:gd name="connsiteY9" fmla="*/ 462766 h 1756177"/>
              <a:gd name="connsiteX10" fmla="*/ 1973469 w 2889213"/>
              <a:gd name="connsiteY10" fmla="*/ 669299 h 1756177"/>
              <a:gd name="connsiteX11" fmla="*/ 1866010 w 2889213"/>
              <a:gd name="connsiteY11" fmla="*/ 762998 h 1756177"/>
              <a:gd name="connsiteX12" fmla="*/ 2733769 w 2889213"/>
              <a:gd name="connsiteY12" fmla="*/ 1271909 h 1756177"/>
              <a:gd name="connsiteX13" fmla="*/ 2694623 w 2889213"/>
              <a:gd name="connsiteY13" fmla="*/ 1524483 h 1756177"/>
              <a:gd name="connsiteX14" fmla="*/ 2385869 w 2889213"/>
              <a:gd name="connsiteY14" fmla="*/ 1470403 h 1756177"/>
              <a:gd name="connsiteX15" fmla="*/ 2074819 w 2889213"/>
              <a:gd name="connsiteY15" fmla="*/ 1450562 h 1756177"/>
              <a:gd name="connsiteX16" fmla="*/ 1739085 w 2889213"/>
              <a:gd name="connsiteY16" fmla="*/ 1756177 h 1756177"/>
              <a:gd name="connsiteX17" fmla="*/ 1648664 w 2889213"/>
              <a:gd name="connsiteY17" fmla="*/ 1466917 h 1756177"/>
              <a:gd name="connsiteX18" fmla="*/ 1376671 w 2889213"/>
              <a:gd name="connsiteY18" fmla="*/ 1585086 h 1756177"/>
              <a:gd name="connsiteX19" fmla="*/ 1415819 w 2889213"/>
              <a:gd name="connsiteY19" fmla="*/ 1219713 h 1756177"/>
              <a:gd name="connsiteX20" fmla="*/ 665501 w 2889213"/>
              <a:gd name="connsiteY20" fmla="*/ 1160992 h 1756177"/>
              <a:gd name="connsiteX21" fmla="*/ 0 w 2889213"/>
              <a:gd name="connsiteY21" fmla="*/ 1010928 h 1756177"/>
              <a:gd name="connsiteX22" fmla="*/ 13050 w 2889213"/>
              <a:gd name="connsiteY22" fmla="*/ 169268 h 1756177"/>
              <a:gd name="connsiteX23" fmla="*/ 1348782 w 2889213"/>
              <a:gd name="connsiteY23" fmla="*/ 0 h 1756177"/>
              <a:gd name="connsiteX0" fmla="*/ 2150164 w 2889213"/>
              <a:gd name="connsiteY0" fmla="*/ 113773 h 1756177"/>
              <a:gd name="connsiteX1" fmla="*/ 2655476 w 2889213"/>
              <a:gd name="connsiteY1" fmla="*/ 469395 h 1756177"/>
              <a:gd name="connsiteX2" fmla="*/ 2828170 w 2889213"/>
              <a:gd name="connsiteY2" fmla="*/ 895281 h 1756177"/>
              <a:gd name="connsiteX3" fmla="*/ 2883834 w 2889213"/>
              <a:gd name="connsiteY3" fmla="*/ 1193615 h 1756177"/>
              <a:gd name="connsiteX4" fmla="*/ 2840612 w 2889213"/>
              <a:gd name="connsiteY4" fmla="*/ 1449135 h 1756177"/>
              <a:gd name="connsiteX5" fmla="*/ 2632493 w 2889213"/>
              <a:gd name="connsiteY5" fmla="*/ 1060062 h 1756177"/>
              <a:gd name="connsiteX6" fmla="*/ 2150164 w 2889213"/>
              <a:gd name="connsiteY6" fmla="*/ 113773 h 1756177"/>
              <a:gd name="connsiteX7" fmla="*/ 1348782 w 2889213"/>
              <a:gd name="connsiteY7" fmla="*/ 0 h 1756177"/>
              <a:gd name="connsiteX8" fmla="*/ 1714668 w 2889213"/>
              <a:gd name="connsiteY8" fmla="*/ 204372 h 1756177"/>
              <a:gd name="connsiteX9" fmla="*/ 1866896 w 2889213"/>
              <a:gd name="connsiteY9" fmla="*/ 462766 h 1756177"/>
              <a:gd name="connsiteX10" fmla="*/ 1973469 w 2889213"/>
              <a:gd name="connsiteY10" fmla="*/ 669299 h 1756177"/>
              <a:gd name="connsiteX11" fmla="*/ 1866010 w 2889213"/>
              <a:gd name="connsiteY11" fmla="*/ 762998 h 1756177"/>
              <a:gd name="connsiteX12" fmla="*/ 2733769 w 2889213"/>
              <a:gd name="connsiteY12" fmla="*/ 1271909 h 1756177"/>
              <a:gd name="connsiteX13" fmla="*/ 2694623 w 2889213"/>
              <a:gd name="connsiteY13" fmla="*/ 1524483 h 1756177"/>
              <a:gd name="connsiteX14" fmla="*/ 2385869 w 2889213"/>
              <a:gd name="connsiteY14" fmla="*/ 1470403 h 1756177"/>
              <a:gd name="connsiteX15" fmla="*/ 2074819 w 2889213"/>
              <a:gd name="connsiteY15" fmla="*/ 1450562 h 1756177"/>
              <a:gd name="connsiteX16" fmla="*/ 1739085 w 2889213"/>
              <a:gd name="connsiteY16" fmla="*/ 1756177 h 1756177"/>
              <a:gd name="connsiteX17" fmla="*/ 1648664 w 2889213"/>
              <a:gd name="connsiteY17" fmla="*/ 1466917 h 1756177"/>
              <a:gd name="connsiteX18" fmla="*/ 1376671 w 2889213"/>
              <a:gd name="connsiteY18" fmla="*/ 1585086 h 1756177"/>
              <a:gd name="connsiteX19" fmla="*/ 1415819 w 2889213"/>
              <a:gd name="connsiteY19" fmla="*/ 1219713 h 1756177"/>
              <a:gd name="connsiteX20" fmla="*/ 665501 w 2889213"/>
              <a:gd name="connsiteY20" fmla="*/ 1160992 h 1756177"/>
              <a:gd name="connsiteX21" fmla="*/ 0 w 2889213"/>
              <a:gd name="connsiteY21" fmla="*/ 1010928 h 1756177"/>
              <a:gd name="connsiteX22" fmla="*/ 13050 w 2889213"/>
              <a:gd name="connsiteY22" fmla="*/ 169268 h 1756177"/>
              <a:gd name="connsiteX23" fmla="*/ 1348782 w 2889213"/>
              <a:gd name="connsiteY23" fmla="*/ 0 h 1756177"/>
              <a:gd name="connsiteX0" fmla="*/ 2150164 w 2889213"/>
              <a:gd name="connsiteY0" fmla="*/ 113773 h 1756177"/>
              <a:gd name="connsiteX1" fmla="*/ 2655476 w 2889213"/>
              <a:gd name="connsiteY1" fmla="*/ 469395 h 1756177"/>
              <a:gd name="connsiteX2" fmla="*/ 2828170 w 2889213"/>
              <a:gd name="connsiteY2" fmla="*/ 895281 h 1756177"/>
              <a:gd name="connsiteX3" fmla="*/ 2883834 w 2889213"/>
              <a:gd name="connsiteY3" fmla="*/ 1193615 h 1756177"/>
              <a:gd name="connsiteX4" fmla="*/ 2840612 w 2889213"/>
              <a:gd name="connsiteY4" fmla="*/ 1449135 h 1756177"/>
              <a:gd name="connsiteX5" fmla="*/ 2632493 w 2889213"/>
              <a:gd name="connsiteY5" fmla="*/ 1060062 h 1756177"/>
              <a:gd name="connsiteX6" fmla="*/ 2150164 w 2889213"/>
              <a:gd name="connsiteY6" fmla="*/ 113773 h 1756177"/>
              <a:gd name="connsiteX7" fmla="*/ 1348782 w 2889213"/>
              <a:gd name="connsiteY7" fmla="*/ 0 h 1756177"/>
              <a:gd name="connsiteX8" fmla="*/ 1714668 w 2889213"/>
              <a:gd name="connsiteY8" fmla="*/ 204372 h 1756177"/>
              <a:gd name="connsiteX9" fmla="*/ 1866896 w 2889213"/>
              <a:gd name="connsiteY9" fmla="*/ 462766 h 1756177"/>
              <a:gd name="connsiteX10" fmla="*/ 1973469 w 2889213"/>
              <a:gd name="connsiteY10" fmla="*/ 669299 h 1756177"/>
              <a:gd name="connsiteX11" fmla="*/ 1866010 w 2889213"/>
              <a:gd name="connsiteY11" fmla="*/ 762998 h 1756177"/>
              <a:gd name="connsiteX12" fmla="*/ 2733769 w 2889213"/>
              <a:gd name="connsiteY12" fmla="*/ 1271909 h 1756177"/>
              <a:gd name="connsiteX13" fmla="*/ 2694623 w 2889213"/>
              <a:gd name="connsiteY13" fmla="*/ 1524483 h 1756177"/>
              <a:gd name="connsiteX14" fmla="*/ 2385869 w 2889213"/>
              <a:gd name="connsiteY14" fmla="*/ 1470403 h 1756177"/>
              <a:gd name="connsiteX15" fmla="*/ 2074819 w 2889213"/>
              <a:gd name="connsiteY15" fmla="*/ 1450562 h 1756177"/>
              <a:gd name="connsiteX16" fmla="*/ 1739085 w 2889213"/>
              <a:gd name="connsiteY16" fmla="*/ 1756177 h 1756177"/>
              <a:gd name="connsiteX17" fmla="*/ 1648664 w 2889213"/>
              <a:gd name="connsiteY17" fmla="*/ 1466917 h 1756177"/>
              <a:gd name="connsiteX18" fmla="*/ 1376671 w 2889213"/>
              <a:gd name="connsiteY18" fmla="*/ 1585086 h 1756177"/>
              <a:gd name="connsiteX19" fmla="*/ 1415819 w 2889213"/>
              <a:gd name="connsiteY19" fmla="*/ 1219713 h 1756177"/>
              <a:gd name="connsiteX20" fmla="*/ 665501 w 2889213"/>
              <a:gd name="connsiteY20" fmla="*/ 1160992 h 1756177"/>
              <a:gd name="connsiteX21" fmla="*/ 0 w 2889213"/>
              <a:gd name="connsiteY21" fmla="*/ 1010928 h 1756177"/>
              <a:gd name="connsiteX22" fmla="*/ 13050 w 2889213"/>
              <a:gd name="connsiteY22" fmla="*/ 169268 h 1756177"/>
              <a:gd name="connsiteX23" fmla="*/ 1348782 w 2889213"/>
              <a:gd name="connsiteY23" fmla="*/ 0 h 1756177"/>
              <a:gd name="connsiteX0" fmla="*/ 2150164 w 2889213"/>
              <a:gd name="connsiteY0" fmla="*/ 113773 h 1756177"/>
              <a:gd name="connsiteX1" fmla="*/ 2655476 w 2889213"/>
              <a:gd name="connsiteY1" fmla="*/ 469395 h 1756177"/>
              <a:gd name="connsiteX2" fmla="*/ 2828170 w 2889213"/>
              <a:gd name="connsiteY2" fmla="*/ 895281 h 1756177"/>
              <a:gd name="connsiteX3" fmla="*/ 2883834 w 2889213"/>
              <a:gd name="connsiteY3" fmla="*/ 1193615 h 1756177"/>
              <a:gd name="connsiteX4" fmla="*/ 2840612 w 2889213"/>
              <a:gd name="connsiteY4" fmla="*/ 1449135 h 1756177"/>
              <a:gd name="connsiteX5" fmla="*/ 2632493 w 2889213"/>
              <a:gd name="connsiteY5" fmla="*/ 1060062 h 1756177"/>
              <a:gd name="connsiteX6" fmla="*/ 2150164 w 2889213"/>
              <a:gd name="connsiteY6" fmla="*/ 113773 h 1756177"/>
              <a:gd name="connsiteX7" fmla="*/ 1348782 w 2889213"/>
              <a:gd name="connsiteY7" fmla="*/ 0 h 1756177"/>
              <a:gd name="connsiteX8" fmla="*/ 1714668 w 2889213"/>
              <a:gd name="connsiteY8" fmla="*/ 204372 h 1756177"/>
              <a:gd name="connsiteX9" fmla="*/ 1866896 w 2889213"/>
              <a:gd name="connsiteY9" fmla="*/ 462766 h 1756177"/>
              <a:gd name="connsiteX10" fmla="*/ 1973469 w 2889213"/>
              <a:gd name="connsiteY10" fmla="*/ 669299 h 1756177"/>
              <a:gd name="connsiteX11" fmla="*/ 1866010 w 2889213"/>
              <a:gd name="connsiteY11" fmla="*/ 762998 h 1756177"/>
              <a:gd name="connsiteX12" fmla="*/ 2733769 w 2889213"/>
              <a:gd name="connsiteY12" fmla="*/ 1271909 h 1756177"/>
              <a:gd name="connsiteX13" fmla="*/ 2694623 w 2889213"/>
              <a:gd name="connsiteY13" fmla="*/ 1524483 h 1756177"/>
              <a:gd name="connsiteX14" fmla="*/ 2385869 w 2889213"/>
              <a:gd name="connsiteY14" fmla="*/ 1470403 h 1756177"/>
              <a:gd name="connsiteX15" fmla="*/ 2074819 w 2889213"/>
              <a:gd name="connsiteY15" fmla="*/ 1450562 h 1756177"/>
              <a:gd name="connsiteX16" fmla="*/ 1739085 w 2889213"/>
              <a:gd name="connsiteY16" fmla="*/ 1756177 h 1756177"/>
              <a:gd name="connsiteX17" fmla="*/ 1648664 w 2889213"/>
              <a:gd name="connsiteY17" fmla="*/ 1466917 h 1756177"/>
              <a:gd name="connsiteX18" fmla="*/ 1376671 w 2889213"/>
              <a:gd name="connsiteY18" fmla="*/ 1585086 h 1756177"/>
              <a:gd name="connsiteX19" fmla="*/ 1415819 w 2889213"/>
              <a:gd name="connsiteY19" fmla="*/ 1219713 h 1756177"/>
              <a:gd name="connsiteX20" fmla="*/ 665501 w 2889213"/>
              <a:gd name="connsiteY20" fmla="*/ 1160992 h 1756177"/>
              <a:gd name="connsiteX21" fmla="*/ 0 w 2889213"/>
              <a:gd name="connsiteY21" fmla="*/ 1010928 h 1756177"/>
              <a:gd name="connsiteX22" fmla="*/ 13050 w 2889213"/>
              <a:gd name="connsiteY22" fmla="*/ 169268 h 1756177"/>
              <a:gd name="connsiteX23" fmla="*/ 1348782 w 2889213"/>
              <a:gd name="connsiteY23" fmla="*/ 0 h 1756177"/>
              <a:gd name="connsiteX0" fmla="*/ 2150164 w 2889213"/>
              <a:gd name="connsiteY0" fmla="*/ 113773 h 1800430"/>
              <a:gd name="connsiteX1" fmla="*/ 2655476 w 2889213"/>
              <a:gd name="connsiteY1" fmla="*/ 469395 h 1800430"/>
              <a:gd name="connsiteX2" fmla="*/ 2828170 w 2889213"/>
              <a:gd name="connsiteY2" fmla="*/ 895281 h 1800430"/>
              <a:gd name="connsiteX3" fmla="*/ 2883834 w 2889213"/>
              <a:gd name="connsiteY3" fmla="*/ 1193615 h 1800430"/>
              <a:gd name="connsiteX4" fmla="*/ 2840612 w 2889213"/>
              <a:gd name="connsiteY4" fmla="*/ 1449135 h 1800430"/>
              <a:gd name="connsiteX5" fmla="*/ 2632493 w 2889213"/>
              <a:gd name="connsiteY5" fmla="*/ 1060062 h 1800430"/>
              <a:gd name="connsiteX6" fmla="*/ 2150164 w 2889213"/>
              <a:gd name="connsiteY6" fmla="*/ 113773 h 1800430"/>
              <a:gd name="connsiteX7" fmla="*/ 1348782 w 2889213"/>
              <a:gd name="connsiteY7" fmla="*/ 0 h 1800430"/>
              <a:gd name="connsiteX8" fmla="*/ 1714668 w 2889213"/>
              <a:gd name="connsiteY8" fmla="*/ 204372 h 1800430"/>
              <a:gd name="connsiteX9" fmla="*/ 1866896 w 2889213"/>
              <a:gd name="connsiteY9" fmla="*/ 462766 h 1800430"/>
              <a:gd name="connsiteX10" fmla="*/ 1973469 w 2889213"/>
              <a:gd name="connsiteY10" fmla="*/ 669299 h 1800430"/>
              <a:gd name="connsiteX11" fmla="*/ 1866010 w 2889213"/>
              <a:gd name="connsiteY11" fmla="*/ 762998 h 1800430"/>
              <a:gd name="connsiteX12" fmla="*/ 2733769 w 2889213"/>
              <a:gd name="connsiteY12" fmla="*/ 1271909 h 1800430"/>
              <a:gd name="connsiteX13" fmla="*/ 2694623 w 2889213"/>
              <a:gd name="connsiteY13" fmla="*/ 1524483 h 1800430"/>
              <a:gd name="connsiteX14" fmla="*/ 2385869 w 2889213"/>
              <a:gd name="connsiteY14" fmla="*/ 1470403 h 1800430"/>
              <a:gd name="connsiteX15" fmla="*/ 2191986 w 2889213"/>
              <a:gd name="connsiteY15" fmla="*/ 1800407 h 1800430"/>
              <a:gd name="connsiteX16" fmla="*/ 2074819 w 2889213"/>
              <a:gd name="connsiteY16" fmla="*/ 1450562 h 1800430"/>
              <a:gd name="connsiteX17" fmla="*/ 1739085 w 2889213"/>
              <a:gd name="connsiteY17" fmla="*/ 1756177 h 1800430"/>
              <a:gd name="connsiteX18" fmla="*/ 1648664 w 2889213"/>
              <a:gd name="connsiteY18" fmla="*/ 1466917 h 1800430"/>
              <a:gd name="connsiteX19" fmla="*/ 1376671 w 2889213"/>
              <a:gd name="connsiteY19" fmla="*/ 1585086 h 1800430"/>
              <a:gd name="connsiteX20" fmla="*/ 1415819 w 2889213"/>
              <a:gd name="connsiteY20" fmla="*/ 1219713 h 1800430"/>
              <a:gd name="connsiteX21" fmla="*/ 665501 w 2889213"/>
              <a:gd name="connsiteY21" fmla="*/ 1160992 h 1800430"/>
              <a:gd name="connsiteX22" fmla="*/ 0 w 2889213"/>
              <a:gd name="connsiteY22" fmla="*/ 1010928 h 1800430"/>
              <a:gd name="connsiteX23" fmla="*/ 13050 w 2889213"/>
              <a:gd name="connsiteY23" fmla="*/ 169268 h 1800430"/>
              <a:gd name="connsiteX24" fmla="*/ 1348782 w 2889213"/>
              <a:gd name="connsiteY24" fmla="*/ 0 h 1800430"/>
              <a:gd name="connsiteX0" fmla="*/ 2150164 w 2889213"/>
              <a:gd name="connsiteY0" fmla="*/ 113773 h 1800430"/>
              <a:gd name="connsiteX1" fmla="*/ 2655476 w 2889213"/>
              <a:gd name="connsiteY1" fmla="*/ 469395 h 1800430"/>
              <a:gd name="connsiteX2" fmla="*/ 2828170 w 2889213"/>
              <a:gd name="connsiteY2" fmla="*/ 895281 h 1800430"/>
              <a:gd name="connsiteX3" fmla="*/ 2883834 w 2889213"/>
              <a:gd name="connsiteY3" fmla="*/ 1193615 h 1800430"/>
              <a:gd name="connsiteX4" fmla="*/ 2840612 w 2889213"/>
              <a:gd name="connsiteY4" fmla="*/ 1449135 h 1800430"/>
              <a:gd name="connsiteX5" fmla="*/ 2632493 w 2889213"/>
              <a:gd name="connsiteY5" fmla="*/ 1060062 h 1800430"/>
              <a:gd name="connsiteX6" fmla="*/ 2150164 w 2889213"/>
              <a:gd name="connsiteY6" fmla="*/ 113773 h 1800430"/>
              <a:gd name="connsiteX7" fmla="*/ 1348782 w 2889213"/>
              <a:gd name="connsiteY7" fmla="*/ 0 h 1800430"/>
              <a:gd name="connsiteX8" fmla="*/ 1714668 w 2889213"/>
              <a:gd name="connsiteY8" fmla="*/ 204372 h 1800430"/>
              <a:gd name="connsiteX9" fmla="*/ 1866896 w 2889213"/>
              <a:gd name="connsiteY9" fmla="*/ 462766 h 1800430"/>
              <a:gd name="connsiteX10" fmla="*/ 1973469 w 2889213"/>
              <a:gd name="connsiteY10" fmla="*/ 669299 h 1800430"/>
              <a:gd name="connsiteX11" fmla="*/ 1866010 w 2889213"/>
              <a:gd name="connsiteY11" fmla="*/ 762998 h 1800430"/>
              <a:gd name="connsiteX12" fmla="*/ 2733769 w 2889213"/>
              <a:gd name="connsiteY12" fmla="*/ 1271909 h 1800430"/>
              <a:gd name="connsiteX13" fmla="*/ 2694623 w 2889213"/>
              <a:gd name="connsiteY13" fmla="*/ 1524483 h 1800430"/>
              <a:gd name="connsiteX14" fmla="*/ 2385869 w 2889213"/>
              <a:gd name="connsiteY14" fmla="*/ 1470403 h 1800430"/>
              <a:gd name="connsiteX15" fmla="*/ 2191986 w 2889213"/>
              <a:gd name="connsiteY15" fmla="*/ 1800407 h 1800430"/>
              <a:gd name="connsiteX16" fmla="*/ 2074819 w 2889213"/>
              <a:gd name="connsiteY16" fmla="*/ 1450562 h 1800430"/>
              <a:gd name="connsiteX17" fmla="*/ 1739085 w 2889213"/>
              <a:gd name="connsiteY17" fmla="*/ 1756177 h 1800430"/>
              <a:gd name="connsiteX18" fmla="*/ 1648664 w 2889213"/>
              <a:gd name="connsiteY18" fmla="*/ 1466917 h 1800430"/>
              <a:gd name="connsiteX19" fmla="*/ 1376671 w 2889213"/>
              <a:gd name="connsiteY19" fmla="*/ 1585086 h 1800430"/>
              <a:gd name="connsiteX20" fmla="*/ 1415819 w 2889213"/>
              <a:gd name="connsiteY20" fmla="*/ 1219713 h 1800430"/>
              <a:gd name="connsiteX21" fmla="*/ 665501 w 2889213"/>
              <a:gd name="connsiteY21" fmla="*/ 1160992 h 1800430"/>
              <a:gd name="connsiteX22" fmla="*/ 0 w 2889213"/>
              <a:gd name="connsiteY22" fmla="*/ 1010928 h 1800430"/>
              <a:gd name="connsiteX23" fmla="*/ 13050 w 2889213"/>
              <a:gd name="connsiteY23" fmla="*/ 169268 h 1800430"/>
              <a:gd name="connsiteX24" fmla="*/ 1348782 w 2889213"/>
              <a:gd name="connsiteY24" fmla="*/ 0 h 1800430"/>
              <a:gd name="connsiteX0" fmla="*/ 2150164 w 2889213"/>
              <a:gd name="connsiteY0" fmla="*/ 113773 h 1800456"/>
              <a:gd name="connsiteX1" fmla="*/ 2655476 w 2889213"/>
              <a:gd name="connsiteY1" fmla="*/ 469395 h 1800456"/>
              <a:gd name="connsiteX2" fmla="*/ 2828170 w 2889213"/>
              <a:gd name="connsiteY2" fmla="*/ 895281 h 1800456"/>
              <a:gd name="connsiteX3" fmla="*/ 2883834 w 2889213"/>
              <a:gd name="connsiteY3" fmla="*/ 1193615 h 1800456"/>
              <a:gd name="connsiteX4" fmla="*/ 2840612 w 2889213"/>
              <a:gd name="connsiteY4" fmla="*/ 1449135 h 1800456"/>
              <a:gd name="connsiteX5" fmla="*/ 2632493 w 2889213"/>
              <a:gd name="connsiteY5" fmla="*/ 1060062 h 1800456"/>
              <a:gd name="connsiteX6" fmla="*/ 2150164 w 2889213"/>
              <a:gd name="connsiteY6" fmla="*/ 113773 h 1800456"/>
              <a:gd name="connsiteX7" fmla="*/ 1348782 w 2889213"/>
              <a:gd name="connsiteY7" fmla="*/ 0 h 1800456"/>
              <a:gd name="connsiteX8" fmla="*/ 1714668 w 2889213"/>
              <a:gd name="connsiteY8" fmla="*/ 204372 h 1800456"/>
              <a:gd name="connsiteX9" fmla="*/ 1866896 w 2889213"/>
              <a:gd name="connsiteY9" fmla="*/ 462766 h 1800456"/>
              <a:gd name="connsiteX10" fmla="*/ 1973469 w 2889213"/>
              <a:gd name="connsiteY10" fmla="*/ 669299 h 1800456"/>
              <a:gd name="connsiteX11" fmla="*/ 1866010 w 2889213"/>
              <a:gd name="connsiteY11" fmla="*/ 762998 h 1800456"/>
              <a:gd name="connsiteX12" fmla="*/ 2733769 w 2889213"/>
              <a:gd name="connsiteY12" fmla="*/ 1271909 h 1800456"/>
              <a:gd name="connsiteX13" fmla="*/ 2694623 w 2889213"/>
              <a:gd name="connsiteY13" fmla="*/ 1524483 h 1800456"/>
              <a:gd name="connsiteX14" fmla="*/ 2385869 w 2889213"/>
              <a:gd name="connsiteY14" fmla="*/ 1470403 h 1800456"/>
              <a:gd name="connsiteX15" fmla="*/ 2191986 w 2889213"/>
              <a:gd name="connsiteY15" fmla="*/ 1800407 h 1800456"/>
              <a:gd name="connsiteX16" fmla="*/ 2074819 w 2889213"/>
              <a:gd name="connsiteY16" fmla="*/ 1450562 h 1800456"/>
              <a:gd name="connsiteX17" fmla="*/ 1739085 w 2889213"/>
              <a:gd name="connsiteY17" fmla="*/ 1756177 h 1800456"/>
              <a:gd name="connsiteX18" fmla="*/ 1648664 w 2889213"/>
              <a:gd name="connsiteY18" fmla="*/ 1466917 h 1800456"/>
              <a:gd name="connsiteX19" fmla="*/ 1376671 w 2889213"/>
              <a:gd name="connsiteY19" fmla="*/ 1585086 h 1800456"/>
              <a:gd name="connsiteX20" fmla="*/ 1415819 w 2889213"/>
              <a:gd name="connsiteY20" fmla="*/ 1219713 h 1800456"/>
              <a:gd name="connsiteX21" fmla="*/ 665501 w 2889213"/>
              <a:gd name="connsiteY21" fmla="*/ 1160992 h 1800456"/>
              <a:gd name="connsiteX22" fmla="*/ 0 w 2889213"/>
              <a:gd name="connsiteY22" fmla="*/ 1010928 h 1800456"/>
              <a:gd name="connsiteX23" fmla="*/ 13050 w 2889213"/>
              <a:gd name="connsiteY23" fmla="*/ 169268 h 1800456"/>
              <a:gd name="connsiteX24" fmla="*/ 1348782 w 2889213"/>
              <a:gd name="connsiteY24" fmla="*/ 0 h 1800456"/>
              <a:gd name="connsiteX0" fmla="*/ 2150164 w 2889213"/>
              <a:gd name="connsiteY0" fmla="*/ 113773 h 1811599"/>
              <a:gd name="connsiteX1" fmla="*/ 2655476 w 2889213"/>
              <a:gd name="connsiteY1" fmla="*/ 469395 h 1811599"/>
              <a:gd name="connsiteX2" fmla="*/ 2828170 w 2889213"/>
              <a:gd name="connsiteY2" fmla="*/ 895281 h 1811599"/>
              <a:gd name="connsiteX3" fmla="*/ 2883834 w 2889213"/>
              <a:gd name="connsiteY3" fmla="*/ 1193615 h 1811599"/>
              <a:gd name="connsiteX4" fmla="*/ 2840612 w 2889213"/>
              <a:gd name="connsiteY4" fmla="*/ 1449135 h 1811599"/>
              <a:gd name="connsiteX5" fmla="*/ 2632493 w 2889213"/>
              <a:gd name="connsiteY5" fmla="*/ 1060062 h 1811599"/>
              <a:gd name="connsiteX6" fmla="*/ 2150164 w 2889213"/>
              <a:gd name="connsiteY6" fmla="*/ 113773 h 1811599"/>
              <a:gd name="connsiteX7" fmla="*/ 1348782 w 2889213"/>
              <a:gd name="connsiteY7" fmla="*/ 0 h 1811599"/>
              <a:gd name="connsiteX8" fmla="*/ 1714668 w 2889213"/>
              <a:gd name="connsiteY8" fmla="*/ 204372 h 1811599"/>
              <a:gd name="connsiteX9" fmla="*/ 1866896 w 2889213"/>
              <a:gd name="connsiteY9" fmla="*/ 462766 h 1811599"/>
              <a:gd name="connsiteX10" fmla="*/ 1973469 w 2889213"/>
              <a:gd name="connsiteY10" fmla="*/ 669299 h 1811599"/>
              <a:gd name="connsiteX11" fmla="*/ 1866010 w 2889213"/>
              <a:gd name="connsiteY11" fmla="*/ 762998 h 1811599"/>
              <a:gd name="connsiteX12" fmla="*/ 2733769 w 2889213"/>
              <a:gd name="connsiteY12" fmla="*/ 1271909 h 1811599"/>
              <a:gd name="connsiteX13" fmla="*/ 2694623 w 2889213"/>
              <a:gd name="connsiteY13" fmla="*/ 1524483 h 1811599"/>
              <a:gd name="connsiteX14" fmla="*/ 2385869 w 2889213"/>
              <a:gd name="connsiteY14" fmla="*/ 1470403 h 1811599"/>
              <a:gd name="connsiteX15" fmla="*/ 2214278 w 2889213"/>
              <a:gd name="connsiteY15" fmla="*/ 1811553 h 1811599"/>
              <a:gd name="connsiteX16" fmla="*/ 2074819 w 2889213"/>
              <a:gd name="connsiteY16" fmla="*/ 1450562 h 1811599"/>
              <a:gd name="connsiteX17" fmla="*/ 1739085 w 2889213"/>
              <a:gd name="connsiteY17" fmla="*/ 1756177 h 1811599"/>
              <a:gd name="connsiteX18" fmla="*/ 1648664 w 2889213"/>
              <a:gd name="connsiteY18" fmla="*/ 1466917 h 1811599"/>
              <a:gd name="connsiteX19" fmla="*/ 1376671 w 2889213"/>
              <a:gd name="connsiteY19" fmla="*/ 1585086 h 1811599"/>
              <a:gd name="connsiteX20" fmla="*/ 1415819 w 2889213"/>
              <a:gd name="connsiteY20" fmla="*/ 1219713 h 1811599"/>
              <a:gd name="connsiteX21" fmla="*/ 665501 w 2889213"/>
              <a:gd name="connsiteY21" fmla="*/ 1160992 h 1811599"/>
              <a:gd name="connsiteX22" fmla="*/ 0 w 2889213"/>
              <a:gd name="connsiteY22" fmla="*/ 1010928 h 1811599"/>
              <a:gd name="connsiteX23" fmla="*/ 13050 w 2889213"/>
              <a:gd name="connsiteY23" fmla="*/ 169268 h 1811599"/>
              <a:gd name="connsiteX24" fmla="*/ 1348782 w 2889213"/>
              <a:gd name="connsiteY24" fmla="*/ 0 h 1811599"/>
              <a:gd name="connsiteX0" fmla="*/ 2150164 w 2889213"/>
              <a:gd name="connsiteY0" fmla="*/ 113773 h 1811553"/>
              <a:gd name="connsiteX1" fmla="*/ 2655476 w 2889213"/>
              <a:gd name="connsiteY1" fmla="*/ 469395 h 1811553"/>
              <a:gd name="connsiteX2" fmla="*/ 2828170 w 2889213"/>
              <a:gd name="connsiteY2" fmla="*/ 895281 h 1811553"/>
              <a:gd name="connsiteX3" fmla="*/ 2883834 w 2889213"/>
              <a:gd name="connsiteY3" fmla="*/ 1193615 h 1811553"/>
              <a:gd name="connsiteX4" fmla="*/ 2840612 w 2889213"/>
              <a:gd name="connsiteY4" fmla="*/ 1449135 h 1811553"/>
              <a:gd name="connsiteX5" fmla="*/ 2632493 w 2889213"/>
              <a:gd name="connsiteY5" fmla="*/ 1060062 h 1811553"/>
              <a:gd name="connsiteX6" fmla="*/ 2150164 w 2889213"/>
              <a:gd name="connsiteY6" fmla="*/ 113773 h 1811553"/>
              <a:gd name="connsiteX7" fmla="*/ 1348782 w 2889213"/>
              <a:gd name="connsiteY7" fmla="*/ 0 h 1811553"/>
              <a:gd name="connsiteX8" fmla="*/ 1714668 w 2889213"/>
              <a:gd name="connsiteY8" fmla="*/ 204372 h 1811553"/>
              <a:gd name="connsiteX9" fmla="*/ 1866896 w 2889213"/>
              <a:gd name="connsiteY9" fmla="*/ 462766 h 1811553"/>
              <a:gd name="connsiteX10" fmla="*/ 1973469 w 2889213"/>
              <a:gd name="connsiteY10" fmla="*/ 669299 h 1811553"/>
              <a:gd name="connsiteX11" fmla="*/ 1866010 w 2889213"/>
              <a:gd name="connsiteY11" fmla="*/ 762998 h 1811553"/>
              <a:gd name="connsiteX12" fmla="*/ 2733769 w 2889213"/>
              <a:gd name="connsiteY12" fmla="*/ 1271909 h 1811553"/>
              <a:gd name="connsiteX13" fmla="*/ 2694623 w 2889213"/>
              <a:gd name="connsiteY13" fmla="*/ 1524483 h 1811553"/>
              <a:gd name="connsiteX14" fmla="*/ 2385869 w 2889213"/>
              <a:gd name="connsiteY14" fmla="*/ 1470403 h 1811553"/>
              <a:gd name="connsiteX15" fmla="*/ 2214278 w 2889213"/>
              <a:gd name="connsiteY15" fmla="*/ 1811553 h 1811553"/>
              <a:gd name="connsiteX16" fmla="*/ 2074819 w 2889213"/>
              <a:gd name="connsiteY16" fmla="*/ 1450562 h 1811553"/>
              <a:gd name="connsiteX17" fmla="*/ 1739085 w 2889213"/>
              <a:gd name="connsiteY17" fmla="*/ 1756177 h 1811553"/>
              <a:gd name="connsiteX18" fmla="*/ 1648664 w 2889213"/>
              <a:gd name="connsiteY18" fmla="*/ 1466917 h 1811553"/>
              <a:gd name="connsiteX19" fmla="*/ 1376671 w 2889213"/>
              <a:gd name="connsiteY19" fmla="*/ 1585086 h 1811553"/>
              <a:gd name="connsiteX20" fmla="*/ 1415819 w 2889213"/>
              <a:gd name="connsiteY20" fmla="*/ 1219713 h 1811553"/>
              <a:gd name="connsiteX21" fmla="*/ 665501 w 2889213"/>
              <a:gd name="connsiteY21" fmla="*/ 1160992 h 1811553"/>
              <a:gd name="connsiteX22" fmla="*/ 0 w 2889213"/>
              <a:gd name="connsiteY22" fmla="*/ 1010928 h 1811553"/>
              <a:gd name="connsiteX23" fmla="*/ 13050 w 2889213"/>
              <a:gd name="connsiteY23" fmla="*/ 169268 h 1811553"/>
              <a:gd name="connsiteX24" fmla="*/ 1348782 w 2889213"/>
              <a:gd name="connsiteY24" fmla="*/ 0 h 1811553"/>
              <a:gd name="connsiteX0" fmla="*/ 2150164 w 2889213"/>
              <a:gd name="connsiteY0" fmla="*/ 113773 h 1811553"/>
              <a:gd name="connsiteX1" fmla="*/ 2655476 w 2889213"/>
              <a:gd name="connsiteY1" fmla="*/ 469395 h 1811553"/>
              <a:gd name="connsiteX2" fmla="*/ 2828170 w 2889213"/>
              <a:gd name="connsiteY2" fmla="*/ 895281 h 1811553"/>
              <a:gd name="connsiteX3" fmla="*/ 2883834 w 2889213"/>
              <a:gd name="connsiteY3" fmla="*/ 1193615 h 1811553"/>
              <a:gd name="connsiteX4" fmla="*/ 2840612 w 2889213"/>
              <a:gd name="connsiteY4" fmla="*/ 1449135 h 1811553"/>
              <a:gd name="connsiteX5" fmla="*/ 2632493 w 2889213"/>
              <a:gd name="connsiteY5" fmla="*/ 1060062 h 1811553"/>
              <a:gd name="connsiteX6" fmla="*/ 2150164 w 2889213"/>
              <a:gd name="connsiteY6" fmla="*/ 113773 h 1811553"/>
              <a:gd name="connsiteX7" fmla="*/ 1348782 w 2889213"/>
              <a:gd name="connsiteY7" fmla="*/ 0 h 1811553"/>
              <a:gd name="connsiteX8" fmla="*/ 1714668 w 2889213"/>
              <a:gd name="connsiteY8" fmla="*/ 204372 h 1811553"/>
              <a:gd name="connsiteX9" fmla="*/ 1866896 w 2889213"/>
              <a:gd name="connsiteY9" fmla="*/ 462766 h 1811553"/>
              <a:gd name="connsiteX10" fmla="*/ 1973469 w 2889213"/>
              <a:gd name="connsiteY10" fmla="*/ 669299 h 1811553"/>
              <a:gd name="connsiteX11" fmla="*/ 1866010 w 2889213"/>
              <a:gd name="connsiteY11" fmla="*/ 762998 h 1811553"/>
              <a:gd name="connsiteX12" fmla="*/ 2733769 w 2889213"/>
              <a:gd name="connsiteY12" fmla="*/ 1271909 h 1811553"/>
              <a:gd name="connsiteX13" fmla="*/ 2694623 w 2889213"/>
              <a:gd name="connsiteY13" fmla="*/ 1524483 h 1811553"/>
              <a:gd name="connsiteX14" fmla="*/ 2385869 w 2889213"/>
              <a:gd name="connsiteY14" fmla="*/ 1470403 h 1811553"/>
              <a:gd name="connsiteX15" fmla="*/ 2214278 w 2889213"/>
              <a:gd name="connsiteY15" fmla="*/ 1811553 h 1811553"/>
              <a:gd name="connsiteX16" fmla="*/ 2074819 w 2889213"/>
              <a:gd name="connsiteY16" fmla="*/ 1450562 h 1811553"/>
              <a:gd name="connsiteX17" fmla="*/ 1739085 w 2889213"/>
              <a:gd name="connsiteY17" fmla="*/ 1756177 h 1811553"/>
              <a:gd name="connsiteX18" fmla="*/ 1648664 w 2889213"/>
              <a:gd name="connsiteY18" fmla="*/ 1466917 h 1811553"/>
              <a:gd name="connsiteX19" fmla="*/ 1376671 w 2889213"/>
              <a:gd name="connsiteY19" fmla="*/ 1585086 h 1811553"/>
              <a:gd name="connsiteX20" fmla="*/ 1415819 w 2889213"/>
              <a:gd name="connsiteY20" fmla="*/ 1219713 h 1811553"/>
              <a:gd name="connsiteX21" fmla="*/ 665501 w 2889213"/>
              <a:gd name="connsiteY21" fmla="*/ 1160992 h 1811553"/>
              <a:gd name="connsiteX22" fmla="*/ 0 w 2889213"/>
              <a:gd name="connsiteY22" fmla="*/ 1010928 h 1811553"/>
              <a:gd name="connsiteX23" fmla="*/ 13050 w 2889213"/>
              <a:gd name="connsiteY23" fmla="*/ 169268 h 1811553"/>
              <a:gd name="connsiteX24" fmla="*/ 1348782 w 2889213"/>
              <a:gd name="connsiteY24" fmla="*/ 0 h 1811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889213" h="1811553">
                <a:moveTo>
                  <a:pt x="2150164" y="113773"/>
                </a:moveTo>
                <a:lnTo>
                  <a:pt x="2655476" y="469395"/>
                </a:lnTo>
                <a:cubicBezTo>
                  <a:pt x="2724937" y="612627"/>
                  <a:pt x="2790110" y="774578"/>
                  <a:pt x="2828170" y="895281"/>
                </a:cubicBezTo>
                <a:cubicBezTo>
                  <a:pt x="2845006" y="1009922"/>
                  <a:pt x="2872906" y="1094971"/>
                  <a:pt x="2883834" y="1193615"/>
                </a:cubicBezTo>
                <a:cubicBezTo>
                  <a:pt x="2898597" y="1276508"/>
                  <a:pt x="2882583" y="1383685"/>
                  <a:pt x="2840612" y="1449135"/>
                </a:cubicBezTo>
                <a:cubicBezTo>
                  <a:pt x="2801112" y="1388173"/>
                  <a:pt x="2764708" y="1276910"/>
                  <a:pt x="2632493" y="1060062"/>
                </a:cubicBezTo>
                <a:cubicBezTo>
                  <a:pt x="2521003" y="837054"/>
                  <a:pt x="2268591" y="370791"/>
                  <a:pt x="2150164" y="113773"/>
                </a:cubicBezTo>
                <a:close/>
                <a:moveTo>
                  <a:pt x="1348782" y="0"/>
                </a:moveTo>
                <a:cubicBezTo>
                  <a:pt x="1445338" y="154432"/>
                  <a:pt x="1639668" y="165874"/>
                  <a:pt x="1714668" y="204372"/>
                </a:cubicBezTo>
                <a:cubicBezTo>
                  <a:pt x="1723722" y="285320"/>
                  <a:pt x="1831199" y="402612"/>
                  <a:pt x="1866896" y="462766"/>
                </a:cubicBezTo>
                <a:cubicBezTo>
                  <a:pt x="1913125" y="544588"/>
                  <a:pt x="1935949" y="596454"/>
                  <a:pt x="1973469" y="669299"/>
                </a:cubicBezTo>
                <a:cubicBezTo>
                  <a:pt x="1909251" y="682689"/>
                  <a:pt x="1863715" y="712895"/>
                  <a:pt x="1866010" y="762998"/>
                </a:cubicBezTo>
                <a:cubicBezTo>
                  <a:pt x="1884495" y="971782"/>
                  <a:pt x="2517373" y="1008755"/>
                  <a:pt x="2733769" y="1271909"/>
                </a:cubicBezTo>
                <a:cubicBezTo>
                  <a:pt x="2839248" y="1365427"/>
                  <a:pt x="2779441" y="1512521"/>
                  <a:pt x="2694623" y="1524483"/>
                </a:cubicBezTo>
                <a:cubicBezTo>
                  <a:pt x="2575007" y="1522308"/>
                  <a:pt x="2538107" y="1485627"/>
                  <a:pt x="2385869" y="1470403"/>
                </a:cubicBezTo>
                <a:cubicBezTo>
                  <a:pt x="2333676" y="1639614"/>
                  <a:pt x="2280982" y="1755416"/>
                  <a:pt x="2214278" y="1811553"/>
                </a:cubicBezTo>
                <a:cubicBezTo>
                  <a:pt x="2147576" y="1804531"/>
                  <a:pt x="2033271" y="1685187"/>
                  <a:pt x="2074819" y="1450562"/>
                </a:cubicBezTo>
                <a:cubicBezTo>
                  <a:pt x="1992109" y="1541380"/>
                  <a:pt x="1856720" y="1716561"/>
                  <a:pt x="1739085" y="1756177"/>
                </a:cubicBezTo>
                <a:cubicBezTo>
                  <a:pt x="1647742" y="1688758"/>
                  <a:pt x="1625791" y="1561162"/>
                  <a:pt x="1648664" y="1466917"/>
                </a:cubicBezTo>
                <a:cubicBezTo>
                  <a:pt x="1575908" y="1517602"/>
                  <a:pt x="1475987" y="1575732"/>
                  <a:pt x="1376671" y="1585086"/>
                </a:cubicBezTo>
                <a:cubicBezTo>
                  <a:pt x="1265755" y="1421973"/>
                  <a:pt x="1344050" y="1304532"/>
                  <a:pt x="1415819" y="1219713"/>
                </a:cubicBezTo>
                <a:cubicBezTo>
                  <a:pt x="1106992" y="1284958"/>
                  <a:pt x="922130" y="1226237"/>
                  <a:pt x="665501" y="1160992"/>
                </a:cubicBezTo>
                <a:cubicBezTo>
                  <a:pt x="467591" y="1128369"/>
                  <a:pt x="282729" y="1004403"/>
                  <a:pt x="0" y="1010928"/>
                </a:cubicBezTo>
                <a:lnTo>
                  <a:pt x="13050" y="169268"/>
                </a:lnTo>
                <a:cubicBezTo>
                  <a:pt x="722590" y="234513"/>
                  <a:pt x="1132701" y="28762"/>
                  <a:pt x="1348782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  <a:lumOff val="50000"/>
                </a:schemeClr>
              </a:gs>
              <a:gs pos="100000">
                <a:schemeClr val="accent2">
                  <a:lumMod val="50000"/>
                  <a:lumOff val="50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 latinLnBrk="1"/>
            <a:endParaRPr lang="ko-KR" altLang="en-US" sz="2400">
              <a:solidFill>
                <a:prstClr val="white"/>
              </a:solidFill>
              <a:latin typeface="Arial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5399131" y="2557650"/>
            <a:ext cx="768085" cy="76808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 latinLnBrk="1"/>
            <a:endParaRPr lang="ko-KR" altLang="en-US" sz="2400">
              <a:solidFill>
                <a:srgbClr val="32AEB8"/>
              </a:solidFill>
              <a:latin typeface="Arial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5399131" y="3702664"/>
            <a:ext cx="768085" cy="76808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 latinLnBrk="1"/>
            <a:endParaRPr lang="ko-KR" altLang="en-US" sz="2400">
              <a:solidFill>
                <a:srgbClr val="32AEB8"/>
              </a:solidFill>
              <a:latin typeface="Arial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5399131" y="4824823"/>
            <a:ext cx="768085" cy="76808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 latinLnBrk="1"/>
            <a:endParaRPr lang="ko-KR" altLang="en-US" sz="2400">
              <a:solidFill>
                <a:srgbClr val="32AEB8"/>
              </a:solidFill>
              <a:latin typeface="Arial"/>
            </a:endParaRPr>
          </a:p>
        </p:txBody>
      </p:sp>
      <p:grpSp>
        <p:nvGrpSpPr>
          <p:cNvPr id="53" name="Group 52"/>
          <p:cNvGrpSpPr/>
          <p:nvPr/>
        </p:nvGrpSpPr>
        <p:grpSpPr>
          <a:xfrm>
            <a:off x="6301732" y="2445052"/>
            <a:ext cx="4896544" cy="716284"/>
            <a:chOff x="803640" y="3362835"/>
            <a:chExt cx="2059657" cy="537213"/>
          </a:xfrm>
        </p:grpSpPr>
        <p:sp>
          <p:nvSpPr>
            <p:cNvPr id="54" name="TextBox 53"/>
            <p:cNvSpPr txBox="1"/>
            <p:nvPr/>
          </p:nvSpPr>
          <p:spPr>
            <a:xfrm>
              <a:off x="803640" y="3646132"/>
              <a:ext cx="205965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70" latinLnBrk="1"/>
              <a:r>
                <a:rPr lang="en-US" altLang="ko-KR" sz="160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cs typeface="Arial" pitchFamily="34" charset="0"/>
                </a:rPr>
                <a:t>Business Intelligence</a:t>
              </a:r>
              <a:endParaRPr lang="ko-KR" altLang="en-US" sz="160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cs typeface="Arial" pitchFamily="34" charset="0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803640" y="3362835"/>
              <a:ext cx="2059657" cy="284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70" latinLnBrk="1"/>
              <a:r>
                <a:rPr lang="en-US" altLang="ko-KR" sz="1867" b="1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cs typeface="Arial" pitchFamily="34" charset="0"/>
                </a:rPr>
                <a:t>Project</a:t>
              </a:r>
              <a:endParaRPr lang="ko-KR" altLang="en-US" sz="1867" b="1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cs typeface="Arial" pitchFamily="34" charset="0"/>
              </a:endParaRP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6301732" y="3590067"/>
            <a:ext cx="4896544" cy="716284"/>
            <a:chOff x="803640" y="3362835"/>
            <a:chExt cx="2059657" cy="537213"/>
          </a:xfrm>
        </p:grpSpPr>
        <p:sp>
          <p:nvSpPr>
            <p:cNvPr id="57" name="TextBox 56"/>
            <p:cNvSpPr txBox="1"/>
            <p:nvPr/>
          </p:nvSpPr>
          <p:spPr>
            <a:xfrm>
              <a:off x="803640" y="3646132"/>
              <a:ext cx="205965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70" latinLnBrk="1"/>
              <a:r>
                <a:rPr lang="en-US" altLang="ko-KR" sz="160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cs typeface="Arial" pitchFamily="34" charset="0"/>
                </a:rPr>
                <a:t>DPV</a:t>
              </a:r>
              <a:endParaRPr lang="ko-KR" altLang="en-US" sz="160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cs typeface="Arial" pitchFamily="34" charset="0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803640" y="3362835"/>
              <a:ext cx="2059657" cy="284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70" latinLnBrk="1"/>
              <a:r>
                <a:rPr lang="en-US" altLang="ko-KR" sz="1867" b="1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cs typeface="Arial" pitchFamily="34" charset="0"/>
                </a:rPr>
                <a:t>Primary Topic</a:t>
              </a:r>
              <a:endParaRPr lang="ko-KR" altLang="en-US" sz="1867" b="1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cs typeface="Arial" pitchFamily="34" charset="0"/>
              </a:endParaRP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6301732" y="4712225"/>
            <a:ext cx="4896544" cy="716284"/>
            <a:chOff x="803640" y="3362835"/>
            <a:chExt cx="2059657" cy="537213"/>
          </a:xfrm>
        </p:grpSpPr>
        <p:sp>
          <p:nvSpPr>
            <p:cNvPr id="60" name="TextBox 59"/>
            <p:cNvSpPr txBox="1"/>
            <p:nvPr/>
          </p:nvSpPr>
          <p:spPr>
            <a:xfrm>
              <a:off x="803640" y="3646132"/>
              <a:ext cx="205965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70" latinLnBrk="1"/>
              <a:r>
                <a:rPr lang="en-US" altLang="ko-KR" sz="160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cs typeface="Arial" pitchFamily="34" charset="0"/>
                </a:rPr>
                <a:t>Sakila</a:t>
              </a:r>
              <a:r>
                <a:rPr lang="en-US" altLang="ko-KR" sz="160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cs typeface="Arial" pitchFamily="34" charset="0"/>
                </a:rPr>
                <a:t> DB</a:t>
              </a:r>
              <a:endParaRPr lang="ko-KR" altLang="en-US" sz="160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cs typeface="Arial" pitchFamily="34" charset="0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803640" y="3362835"/>
              <a:ext cx="2059657" cy="284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70" latinLnBrk="1"/>
              <a:r>
                <a:rPr lang="en-US" altLang="ko-KR" sz="1867" b="1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cs typeface="Arial" pitchFamily="34" charset="0"/>
                </a:rPr>
                <a:t>Dataset</a:t>
              </a:r>
              <a:endParaRPr lang="ko-KR" altLang="en-US" sz="1867" b="1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cs typeface="Arial" pitchFamily="34" charset="0"/>
              </a:endParaRPr>
            </a:p>
          </p:txBody>
        </p:sp>
      </p:grpSp>
      <p:sp>
        <p:nvSpPr>
          <p:cNvPr id="62" name="TextBox 61"/>
          <p:cNvSpPr txBox="1"/>
          <p:nvPr/>
        </p:nvSpPr>
        <p:spPr>
          <a:xfrm>
            <a:off x="5354592" y="2633917"/>
            <a:ext cx="8571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 latinLnBrk="1"/>
            <a:r>
              <a:rPr lang="en-US" altLang="ko-KR" sz="3200" b="1">
                <a:solidFill>
                  <a:prstClr val="white"/>
                </a:solidFill>
                <a:latin typeface="Arial"/>
                <a:cs typeface="Arial" pitchFamily="34" charset="0"/>
              </a:rPr>
              <a:t>01</a:t>
            </a:r>
            <a:endParaRPr lang="ko-KR" altLang="en-US" sz="3200" b="1">
              <a:solidFill>
                <a:prstClr val="white"/>
              </a:solidFill>
              <a:latin typeface="Arial"/>
              <a:cs typeface="Arial" pitchFamily="34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354592" y="3778931"/>
            <a:ext cx="8571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 latinLnBrk="1"/>
            <a:r>
              <a:rPr lang="en-US" altLang="ko-KR" sz="3200" b="1">
                <a:solidFill>
                  <a:prstClr val="white"/>
                </a:solidFill>
                <a:latin typeface="Arial"/>
                <a:cs typeface="Arial" pitchFamily="34" charset="0"/>
              </a:rPr>
              <a:t>02</a:t>
            </a:r>
            <a:endParaRPr lang="ko-KR" altLang="en-US" sz="3200" b="1">
              <a:solidFill>
                <a:prstClr val="white"/>
              </a:solidFill>
              <a:latin typeface="Arial"/>
              <a:cs typeface="Arial" pitchFamily="34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354592" y="4901090"/>
            <a:ext cx="8571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 latinLnBrk="1"/>
            <a:r>
              <a:rPr lang="en-US" altLang="ko-KR" sz="3200" b="1">
                <a:solidFill>
                  <a:prstClr val="white"/>
                </a:solidFill>
                <a:latin typeface="Arial"/>
                <a:cs typeface="Arial" pitchFamily="34" charset="0"/>
              </a:rPr>
              <a:t>03</a:t>
            </a:r>
            <a:endParaRPr lang="ko-KR" altLang="en-US" sz="3200" b="1">
              <a:solidFill>
                <a:prstClr val="white"/>
              </a:solidFill>
              <a:latin typeface="Arial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160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ame 16"/>
          <p:cNvSpPr/>
          <p:nvPr/>
        </p:nvSpPr>
        <p:spPr>
          <a:xfrm>
            <a:off x="287355" y="236504"/>
            <a:ext cx="11617291" cy="6384992"/>
          </a:xfrm>
          <a:prstGeom prst="frame">
            <a:avLst>
              <a:gd name="adj1" fmla="val 89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869033" y="0"/>
            <a:ext cx="268829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20" name="Text Placeholder 1"/>
          <p:cNvSpPr txBox="1">
            <a:spLocks/>
          </p:cNvSpPr>
          <p:nvPr/>
        </p:nvSpPr>
        <p:spPr>
          <a:xfrm>
            <a:off x="9018523" y="1028403"/>
            <a:ext cx="2400267" cy="192054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ko-KR" sz="3733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 pitchFamily="34" charset="0"/>
              </a:rPr>
              <a:t>Rental Business Process</a:t>
            </a:r>
            <a:endParaRPr kumimoji="0" lang="ko-KR" altLang="en-US" sz="3733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Arial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64904" y="1191484"/>
            <a:ext cx="791507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12191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/>
                <a:cs typeface="Arial" pitchFamily="34" charset="0"/>
              </a:rPr>
              <a:t>Customer visits the store, Picks a DVD</a:t>
            </a:r>
          </a:p>
          <a:p>
            <a:pPr marL="285750" marR="0" lvl="0" indent="-285750" algn="l" defTabSz="12191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/>
              <a:cs typeface="Arial" pitchFamily="34" charset="0"/>
            </a:endParaRPr>
          </a:p>
          <a:p>
            <a:pPr marL="285750" marR="0" lvl="0" indent="-285750" algn="l" defTabSz="12191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60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cs typeface="Arial" pitchFamily="34" charset="0"/>
              </a:rPr>
              <a:t>Customer paid the rent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/>
              <a:cs typeface="Arial" pitchFamily="34" charset="0"/>
            </a:endParaRPr>
          </a:p>
          <a:p>
            <a:pPr marL="285750" marR="0" lvl="0" indent="-285750" algn="l" defTabSz="12191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/>
              <a:cs typeface="Arial" pitchFamily="34" charset="0"/>
            </a:endParaRPr>
          </a:p>
          <a:p>
            <a:pPr marL="285750" marR="0" lvl="0" indent="-285750" algn="l" defTabSz="12191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/>
                <a:cs typeface="Arial" pitchFamily="34" charset="0"/>
              </a:rPr>
              <a:t>DVD took out of inventory by the staff member</a:t>
            </a:r>
          </a:p>
          <a:p>
            <a:pPr marR="0" lvl="0" algn="l" defTabSz="12191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/>
              <a:cs typeface="Arial" pitchFamily="34" charset="0"/>
            </a:endParaRPr>
          </a:p>
          <a:p>
            <a:pPr marL="285750" marR="0" lvl="0" indent="-285750" algn="l" defTabSz="12191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/>
                <a:cs typeface="Arial" pitchFamily="34" charset="0"/>
              </a:rPr>
              <a:t>Customer returns home and enjoys DVD</a:t>
            </a:r>
          </a:p>
          <a:p>
            <a:pPr marL="285750" marR="0" lvl="0" indent="-285750" algn="l" defTabSz="12191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/>
              <a:cs typeface="Arial" pitchFamily="34" charset="0"/>
            </a:endParaRPr>
          </a:p>
          <a:p>
            <a:pPr marL="285750" marR="0" lvl="0" indent="-285750" algn="l" defTabSz="12191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/>
                <a:cs typeface="Arial" pitchFamily="34" charset="0"/>
              </a:rPr>
              <a:t>Customer returns to store with DVD</a:t>
            </a:r>
          </a:p>
          <a:p>
            <a:pPr marL="285750" marR="0" lvl="0" indent="-285750" algn="l" defTabSz="12191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/>
              <a:cs typeface="Arial" pitchFamily="34" charset="0"/>
            </a:endParaRPr>
          </a:p>
          <a:p>
            <a:pPr marL="285750" marR="0" lvl="0" indent="-285750" algn="l" defTabSz="12191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/>
                <a:cs typeface="Arial" pitchFamily="34" charset="0"/>
              </a:rPr>
              <a:t>DVD returned to the staff member</a:t>
            </a:r>
          </a:p>
        </p:txBody>
      </p:sp>
    </p:spTree>
    <p:extLst>
      <p:ext uri="{BB962C8B-B14F-4D97-AF65-F5344CB8AC3E}">
        <p14:creationId xmlns:p14="http://schemas.microsoft.com/office/powerpoint/2010/main" val="2037672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Business Question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/>
              <a:t>Balance Scorecard Perspective 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821192" y="2623644"/>
            <a:ext cx="1200000" cy="1200000"/>
            <a:chOff x="3563888" y="1923678"/>
            <a:chExt cx="900000" cy="900000"/>
          </a:xfrm>
        </p:grpSpPr>
        <p:sp>
          <p:nvSpPr>
            <p:cNvPr id="4" name="Rectangle 3"/>
            <p:cNvSpPr/>
            <p:nvPr/>
          </p:nvSpPr>
          <p:spPr>
            <a:xfrm>
              <a:off x="3563888" y="1923678"/>
              <a:ext cx="900000" cy="90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 latinLnBrk="1"/>
              <a:endParaRPr lang="ko-KR" altLang="en-US" sz="2400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5" name="Right Triangle 4"/>
            <p:cNvSpPr/>
            <p:nvPr/>
          </p:nvSpPr>
          <p:spPr>
            <a:xfrm rot="16200000">
              <a:off x="3731757" y="2089433"/>
              <a:ext cx="648000" cy="6480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 latinLnBrk="1"/>
              <a:endParaRPr lang="ko-KR" altLang="en-US" sz="2400">
                <a:solidFill>
                  <a:prstClr val="white"/>
                </a:solidFill>
                <a:latin typeface="Arial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 rot="5400000">
            <a:off x="6168912" y="2287644"/>
            <a:ext cx="1536000" cy="1536000"/>
            <a:chOff x="3563888" y="1923678"/>
            <a:chExt cx="900000" cy="900000"/>
          </a:xfrm>
        </p:grpSpPr>
        <p:sp>
          <p:nvSpPr>
            <p:cNvPr id="9" name="Rectangle 8"/>
            <p:cNvSpPr/>
            <p:nvPr/>
          </p:nvSpPr>
          <p:spPr>
            <a:xfrm>
              <a:off x="3563888" y="1923678"/>
              <a:ext cx="900000" cy="900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 latinLnBrk="1"/>
              <a:endParaRPr lang="ko-KR" altLang="en-US" sz="2400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10" name="Right Triangle 9"/>
            <p:cNvSpPr/>
            <p:nvPr/>
          </p:nvSpPr>
          <p:spPr>
            <a:xfrm rot="16200000">
              <a:off x="3731757" y="2089433"/>
              <a:ext cx="648000" cy="6480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 latinLnBrk="1"/>
              <a:endParaRPr lang="ko-KR" altLang="en-US" sz="2400">
                <a:solidFill>
                  <a:prstClr val="white"/>
                </a:solidFill>
                <a:latin typeface="Arial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 rot="10800000">
            <a:off x="6168912" y="3973363"/>
            <a:ext cx="960000" cy="960000"/>
            <a:chOff x="3563888" y="1923678"/>
            <a:chExt cx="900000" cy="900000"/>
          </a:xfrm>
        </p:grpSpPr>
        <p:sp>
          <p:nvSpPr>
            <p:cNvPr id="12" name="Rectangle 11"/>
            <p:cNvSpPr/>
            <p:nvPr/>
          </p:nvSpPr>
          <p:spPr>
            <a:xfrm>
              <a:off x="3563888" y="1923678"/>
              <a:ext cx="900000" cy="90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 latinLnBrk="1"/>
              <a:endParaRPr lang="ko-KR" altLang="en-US" sz="2400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13" name="Right Triangle 12"/>
            <p:cNvSpPr/>
            <p:nvPr/>
          </p:nvSpPr>
          <p:spPr>
            <a:xfrm rot="16200000">
              <a:off x="3731757" y="2089433"/>
              <a:ext cx="648000" cy="6480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 latinLnBrk="1"/>
              <a:endParaRPr lang="ko-KR" altLang="en-US" sz="2400">
                <a:solidFill>
                  <a:prstClr val="white"/>
                </a:solidFill>
                <a:latin typeface="Arial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 rot="16200000">
            <a:off x="4677149" y="3973365"/>
            <a:ext cx="1344044" cy="1344044"/>
            <a:chOff x="3563888" y="1923678"/>
            <a:chExt cx="900000" cy="900000"/>
          </a:xfrm>
        </p:grpSpPr>
        <p:sp>
          <p:nvSpPr>
            <p:cNvPr id="15" name="Rectangle 14"/>
            <p:cNvSpPr/>
            <p:nvPr/>
          </p:nvSpPr>
          <p:spPr>
            <a:xfrm>
              <a:off x="3563888" y="1923678"/>
              <a:ext cx="900000" cy="900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 latinLnBrk="1"/>
              <a:endParaRPr lang="ko-KR" altLang="en-US" sz="2400">
                <a:solidFill>
                  <a:prstClr val="white"/>
                </a:solidFill>
                <a:latin typeface="Arial"/>
              </a:endParaRPr>
            </a:p>
          </p:txBody>
        </p:sp>
        <p:sp>
          <p:nvSpPr>
            <p:cNvPr id="16" name="Right Triangle 15"/>
            <p:cNvSpPr/>
            <p:nvPr/>
          </p:nvSpPr>
          <p:spPr>
            <a:xfrm rot="16200000">
              <a:off x="3731757" y="2089433"/>
              <a:ext cx="648000" cy="6480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 latinLnBrk="1"/>
              <a:endParaRPr lang="ko-KR" altLang="en-US" sz="2400">
                <a:solidFill>
                  <a:prstClr val="white"/>
                </a:solidFill>
                <a:latin typeface="Arial"/>
              </a:endParaRP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5366797" y="3181664"/>
            <a:ext cx="537183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 latinLnBrk="1"/>
            <a:r>
              <a:rPr lang="en-US" altLang="ko-KR" sz="2667" b="1">
                <a:solidFill>
                  <a:srgbClr val="32AEB8"/>
                </a:solidFill>
                <a:latin typeface="Arial"/>
                <a:cs typeface="Arial" pitchFamily="34" charset="0"/>
              </a:rPr>
              <a:t>A</a:t>
            </a:r>
            <a:endParaRPr lang="ko-KR" altLang="en-US" sz="2667" b="1">
              <a:solidFill>
                <a:srgbClr val="32AEB8"/>
              </a:solidFill>
              <a:latin typeface="Arial"/>
              <a:cs typeface="Arial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11066" y="3128725"/>
            <a:ext cx="537183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 latinLnBrk="1"/>
            <a:r>
              <a:rPr lang="en-US" altLang="ko-KR" sz="2667" b="1">
                <a:solidFill>
                  <a:srgbClr val="32AEB8"/>
                </a:solidFill>
                <a:latin typeface="Arial"/>
                <a:cs typeface="Arial" pitchFamily="34" charset="0"/>
              </a:rPr>
              <a:t>B</a:t>
            </a:r>
            <a:endParaRPr lang="ko-KR" altLang="en-US" sz="2667" b="1">
              <a:solidFill>
                <a:srgbClr val="32AEB8"/>
              </a:solidFill>
              <a:latin typeface="Arial"/>
              <a:cs typeface="Arial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366797" y="4099004"/>
            <a:ext cx="537183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 latinLnBrk="1"/>
            <a:r>
              <a:rPr lang="en-US" altLang="ko-KR" sz="2667" b="1">
                <a:solidFill>
                  <a:srgbClr val="32AEB8"/>
                </a:solidFill>
                <a:latin typeface="Arial"/>
                <a:cs typeface="Arial" pitchFamily="34" charset="0"/>
              </a:rPr>
              <a:t>C</a:t>
            </a:r>
            <a:endParaRPr lang="ko-KR" altLang="en-US" sz="2667" b="1">
              <a:solidFill>
                <a:srgbClr val="32AEB8"/>
              </a:solidFill>
              <a:latin typeface="Arial"/>
              <a:cs typeface="Arial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84443" y="3994641"/>
            <a:ext cx="537183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 latinLnBrk="1"/>
            <a:r>
              <a:rPr lang="en-US" altLang="ko-KR" sz="2667" b="1">
                <a:solidFill>
                  <a:srgbClr val="32AEB8"/>
                </a:solidFill>
                <a:latin typeface="Arial"/>
                <a:cs typeface="Arial" pitchFamily="34" charset="0"/>
              </a:rPr>
              <a:t>D</a:t>
            </a:r>
            <a:endParaRPr lang="ko-KR" altLang="en-US" sz="2667" b="1">
              <a:solidFill>
                <a:srgbClr val="32AEB8"/>
              </a:solidFill>
              <a:latin typeface="Arial"/>
              <a:cs typeface="Arial" pitchFamily="34" charset="0"/>
            </a:endParaRPr>
          </a:p>
        </p:txBody>
      </p:sp>
      <p:sp>
        <p:nvSpPr>
          <p:cNvPr id="21" name="Rectangle 9"/>
          <p:cNvSpPr/>
          <p:nvPr/>
        </p:nvSpPr>
        <p:spPr>
          <a:xfrm>
            <a:off x="4974289" y="2771307"/>
            <a:ext cx="430207" cy="402712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latinLnBrk="1"/>
            <a:endParaRPr lang="ko-KR" altLang="en-US" sz="2400">
              <a:solidFill>
                <a:prstClr val="white"/>
              </a:solidFill>
              <a:latin typeface="Arial"/>
            </a:endParaRPr>
          </a:p>
        </p:txBody>
      </p:sp>
      <p:sp>
        <p:nvSpPr>
          <p:cNvPr id="22" name="Rectangle 16"/>
          <p:cNvSpPr/>
          <p:nvPr/>
        </p:nvSpPr>
        <p:spPr>
          <a:xfrm rot="2700000">
            <a:off x="4942407" y="4612519"/>
            <a:ext cx="325931" cy="584332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latinLnBrk="1"/>
            <a:endParaRPr lang="ko-KR" altLang="en-US" sz="2400">
              <a:solidFill>
                <a:prstClr val="white"/>
              </a:solidFill>
              <a:latin typeface="Arial"/>
            </a:endParaRPr>
          </a:p>
        </p:txBody>
      </p:sp>
      <p:sp>
        <p:nvSpPr>
          <p:cNvPr id="23" name="Oval 21"/>
          <p:cNvSpPr>
            <a:spLocks noChangeAspect="1"/>
          </p:cNvSpPr>
          <p:nvPr/>
        </p:nvSpPr>
        <p:spPr>
          <a:xfrm>
            <a:off x="6977988" y="2529332"/>
            <a:ext cx="521955" cy="526313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 latinLnBrk="1"/>
            <a:endParaRPr lang="ko-KR" altLang="en-US" sz="2400">
              <a:solidFill>
                <a:prstClr val="white"/>
              </a:solidFill>
              <a:latin typeface="Arial"/>
            </a:endParaRPr>
          </a:p>
        </p:txBody>
      </p:sp>
      <p:sp>
        <p:nvSpPr>
          <p:cNvPr id="24" name="Rounded Rectangle 27"/>
          <p:cNvSpPr/>
          <p:nvPr/>
        </p:nvSpPr>
        <p:spPr>
          <a:xfrm>
            <a:off x="6595883" y="4494227"/>
            <a:ext cx="393571" cy="302316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70" latinLnBrk="1"/>
            <a:endParaRPr lang="ko-KR" altLang="en-US" sz="2400">
              <a:solidFill>
                <a:prstClr val="white"/>
              </a:solidFill>
              <a:latin typeface="Arial"/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722872" y="2371362"/>
            <a:ext cx="3385977" cy="1120367"/>
            <a:chOff x="803640" y="3362835"/>
            <a:chExt cx="2059657" cy="840275"/>
          </a:xfrm>
        </p:grpSpPr>
        <p:sp>
          <p:nvSpPr>
            <p:cNvPr id="26" name="TextBox 25"/>
            <p:cNvSpPr txBox="1"/>
            <p:nvPr/>
          </p:nvSpPr>
          <p:spPr>
            <a:xfrm>
              <a:off x="803640" y="3579862"/>
              <a:ext cx="2059657" cy="623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1219170" latinLnBrk="1"/>
              <a:r>
                <a:rPr lang="en-US" altLang="ko-KR" sz="160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cs typeface="Arial" pitchFamily="34" charset="0"/>
                </a:rPr>
                <a:t>How to optimize pricing strategies for DVD rental business to maximize profitability?</a:t>
              </a:r>
              <a:endParaRPr lang="ko-KR" altLang="en-US" sz="160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cs typeface="Arial" pitchFamily="34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03640" y="3362835"/>
              <a:ext cx="2059657" cy="2539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1219170" latinLnBrk="1"/>
              <a:r>
                <a:rPr lang="en-US" altLang="ko-KR" sz="1600" b="1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cs typeface="Arial" pitchFamily="34" charset="0"/>
                </a:rPr>
                <a:t>Revenue Perspective</a:t>
              </a:r>
              <a:endParaRPr lang="ko-KR" altLang="en-US" sz="1600" b="1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cs typeface="Arial" pitchFamily="34" charset="0"/>
              </a:endParaRP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722872" y="4771628"/>
            <a:ext cx="3385977" cy="1366587"/>
            <a:chOff x="803640" y="3362835"/>
            <a:chExt cx="2059657" cy="1024940"/>
          </a:xfrm>
        </p:grpSpPr>
        <p:sp>
          <p:nvSpPr>
            <p:cNvPr id="29" name="TextBox 28"/>
            <p:cNvSpPr txBox="1"/>
            <p:nvPr/>
          </p:nvSpPr>
          <p:spPr>
            <a:xfrm>
              <a:off x="803640" y="3579862"/>
              <a:ext cx="2059657" cy="8079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1219170" latinLnBrk="1"/>
              <a:r>
                <a:rPr lang="en-US" altLang="ko-KR" sz="160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cs typeface="Arial" pitchFamily="34" charset="0"/>
                </a:rPr>
                <a:t>What are the internal processes and factors that have the most significant impact on the efficiency of DVD inventory?   </a:t>
              </a:r>
              <a:endParaRPr lang="ko-KR" altLang="en-US" sz="160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cs typeface="Arial" pitchFamily="34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03640" y="3362835"/>
              <a:ext cx="2059657" cy="2539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1219170" latinLnBrk="1"/>
              <a:r>
                <a:rPr lang="en-US" altLang="ko-KR" sz="1600" b="1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cs typeface="Arial" pitchFamily="34" charset="0"/>
                </a:rPr>
                <a:t>Internal Process Perspective</a:t>
              </a:r>
              <a:endParaRPr lang="ko-KR" altLang="en-US" sz="1600" b="1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cs typeface="Arial" pitchFamily="34" charset="0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8154894" y="2371362"/>
            <a:ext cx="3385977" cy="1859030"/>
            <a:chOff x="803640" y="3362835"/>
            <a:chExt cx="2059657" cy="1394272"/>
          </a:xfrm>
        </p:grpSpPr>
        <p:sp>
          <p:nvSpPr>
            <p:cNvPr id="32" name="TextBox 31"/>
            <p:cNvSpPr txBox="1"/>
            <p:nvPr/>
          </p:nvSpPr>
          <p:spPr>
            <a:xfrm>
              <a:off x="803640" y="3579862"/>
              <a:ext cx="2059657" cy="11772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70" latinLnBrk="1"/>
              <a:r>
                <a:rPr lang="en-US" altLang="ko-KR" sz="160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cs typeface="Arial" pitchFamily="34" charset="0"/>
                </a:rPr>
                <a:t>What are the customer demographics and preferences that are most likely to rent a higher number of DVDs and have a higher likelihood of returning as repeat customers?</a:t>
              </a:r>
              <a:endParaRPr lang="ko-KR" altLang="en-US" sz="160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cs typeface="Arial" pitchFamily="34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03640" y="3362835"/>
              <a:ext cx="2059657" cy="2539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70" latinLnBrk="1"/>
              <a:r>
                <a:rPr lang="en-US" altLang="ko-KR" sz="1600" b="1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cs typeface="Arial" pitchFamily="34" charset="0"/>
                </a:rPr>
                <a:t>Customer Perspective</a:t>
              </a:r>
              <a:endParaRPr lang="ko-KR" altLang="en-US" sz="1600" b="1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cs typeface="Arial" pitchFamily="34" charset="0"/>
              </a:endParaRP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8154894" y="4771628"/>
            <a:ext cx="3695730" cy="1120367"/>
            <a:chOff x="803640" y="3362835"/>
            <a:chExt cx="2248077" cy="840275"/>
          </a:xfrm>
        </p:grpSpPr>
        <p:sp>
          <p:nvSpPr>
            <p:cNvPr id="35" name="TextBox 34"/>
            <p:cNvSpPr txBox="1"/>
            <p:nvPr/>
          </p:nvSpPr>
          <p:spPr>
            <a:xfrm>
              <a:off x="803640" y="3579862"/>
              <a:ext cx="2059657" cy="623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70" latinLnBrk="1"/>
              <a:r>
                <a:rPr lang="en-US" altLang="ko-KR" sz="160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cs typeface="Arial" pitchFamily="34" charset="0"/>
                </a:rPr>
                <a:t>What is the impact of staff experience levels on rental return rates?</a:t>
              </a:r>
              <a:endParaRPr lang="ko-KR" altLang="en-US" sz="160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cs typeface="Arial" pitchFamily="34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03640" y="3362835"/>
              <a:ext cx="2248077" cy="2539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70" latinLnBrk="1"/>
              <a:r>
                <a:rPr lang="en-US" altLang="ko-KR" sz="1600" b="1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/>
                  <a:cs typeface="Arial" pitchFamily="34" charset="0"/>
                </a:rPr>
                <a:t>Learning and Growth Perspective</a:t>
              </a:r>
              <a:endParaRPr lang="ko-KR" altLang="en-US" sz="1600" b="1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37894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Star Schema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/>
              <a:t>Insert the title of your subtitle Here</a:t>
            </a:r>
          </a:p>
        </p:txBody>
      </p: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483BE5AD-7E75-33A7-5FCE-F36BD0F1C0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1" y="1997765"/>
            <a:ext cx="4476980" cy="3314870"/>
          </a:xfrm>
          <a:prstGeom prst="rect">
            <a:avLst/>
          </a:prstGeom>
        </p:spPr>
      </p:pic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1DD50B80-926E-D350-1906-B5CBBEEAD3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511" y="1521028"/>
            <a:ext cx="4917290" cy="481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534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ame 16"/>
          <p:cNvSpPr/>
          <p:nvPr/>
        </p:nvSpPr>
        <p:spPr>
          <a:xfrm>
            <a:off x="287355" y="236504"/>
            <a:ext cx="11617291" cy="6384992"/>
          </a:xfrm>
          <a:prstGeom prst="frame">
            <a:avLst>
              <a:gd name="adj1" fmla="val 89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latinLnBrk="1"/>
            <a:endParaRPr lang="ko-KR" altLang="en-US" sz="2400">
              <a:solidFill>
                <a:prstClr val="black"/>
              </a:solidFill>
              <a:latin typeface="Arial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869033" y="0"/>
            <a:ext cx="268829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latinLnBrk="1"/>
            <a:endParaRPr lang="ko-KR" altLang="en-US" sz="2400">
              <a:solidFill>
                <a:prstClr val="white"/>
              </a:solidFill>
              <a:latin typeface="Arial"/>
            </a:endParaRPr>
          </a:p>
        </p:txBody>
      </p:sp>
      <p:sp>
        <p:nvSpPr>
          <p:cNvPr id="20" name="Text Placeholder 1"/>
          <p:cNvSpPr txBox="1">
            <a:spLocks/>
          </p:cNvSpPr>
          <p:nvPr/>
        </p:nvSpPr>
        <p:spPr>
          <a:xfrm>
            <a:off x="9018523" y="1028403"/>
            <a:ext cx="2400267" cy="192054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1219170">
              <a:buNone/>
            </a:pPr>
            <a:r>
              <a:rPr lang="en-US" altLang="ko-KR" sz="3733" b="1">
                <a:solidFill>
                  <a:prstClr val="white"/>
                </a:solidFill>
                <a:latin typeface="Arial"/>
                <a:cs typeface="Arial" pitchFamily="34" charset="0"/>
              </a:rPr>
              <a:t>ETL</a:t>
            </a:r>
            <a:endParaRPr lang="ko-KR" altLang="en-US" sz="3733" b="1">
              <a:solidFill>
                <a:prstClr val="white"/>
              </a:solidFill>
              <a:latin typeface="Arial"/>
              <a:cs typeface="Arial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15414" y="1409198"/>
            <a:ext cx="791507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1219170" latinLnBrk="1"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cs typeface="Arial" pitchFamily="34" charset="0"/>
              </a:rPr>
              <a:t>Connect to the source database: Establish a connection to the source database MySQL using </a:t>
            </a:r>
            <a:r>
              <a:rPr lang="en-ID" sz="1600" b="0" i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MySQL Connector</a:t>
            </a:r>
            <a:r>
              <a:rPr lang="en-US" altLang="ko-KR" sz="160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cs typeface="Arial" pitchFamily="34" charset="0"/>
              </a:rPr>
              <a:t>.</a:t>
            </a:r>
          </a:p>
          <a:p>
            <a:pPr marL="285750" indent="-285750" defTabSz="1219170" latinLnBrk="1">
              <a:buFont typeface="Arial" panose="020B0604020202020204" pitchFamily="34" charset="0"/>
              <a:buChar char="•"/>
            </a:pPr>
            <a:endParaRPr lang="en-US" altLang="ko-KR" sz="1600">
              <a:solidFill>
                <a:prstClr val="black">
                  <a:lumMod val="75000"/>
                  <a:lumOff val="25000"/>
                </a:prstClr>
              </a:solidFill>
              <a:latin typeface="Arial"/>
              <a:cs typeface="Arial" pitchFamily="34" charset="0"/>
            </a:endParaRPr>
          </a:p>
          <a:p>
            <a:pPr marL="285750" indent="-285750" defTabSz="1219170" latinLnBrk="1"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cs typeface="Arial" pitchFamily="34" charset="0"/>
              </a:rPr>
              <a:t>Extract data: Use SQL queries to extract data from the source database tables. Store the extracted data frame Pandas data frame.</a:t>
            </a:r>
          </a:p>
          <a:p>
            <a:pPr marL="285750" indent="-285750" defTabSz="1219170" latinLnBrk="1">
              <a:buFont typeface="Arial" panose="020B0604020202020204" pitchFamily="34" charset="0"/>
              <a:buChar char="•"/>
            </a:pPr>
            <a:endParaRPr lang="en-US" altLang="ko-KR" sz="1600">
              <a:solidFill>
                <a:prstClr val="black">
                  <a:lumMod val="75000"/>
                  <a:lumOff val="25000"/>
                </a:prstClr>
              </a:solidFill>
              <a:latin typeface="Arial"/>
              <a:cs typeface="Arial" pitchFamily="34" charset="0"/>
            </a:endParaRPr>
          </a:p>
          <a:p>
            <a:pPr marL="285750" indent="-285750" defTabSz="1219170" latinLnBrk="1"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cs typeface="Arial" pitchFamily="34" charset="0"/>
              </a:rPr>
              <a:t>Clean and transform data: Clean and change the extracted data using Pandas functions and methods.</a:t>
            </a:r>
          </a:p>
          <a:p>
            <a:pPr marL="285750" indent="-285750" defTabSz="1219170" latinLnBrk="1">
              <a:buFont typeface="Arial" panose="020B0604020202020204" pitchFamily="34" charset="0"/>
              <a:buChar char="•"/>
            </a:pPr>
            <a:endParaRPr lang="en-US" altLang="ko-KR" sz="1600">
              <a:solidFill>
                <a:prstClr val="black">
                  <a:lumMod val="75000"/>
                  <a:lumOff val="25000"/>
                </a:prstClr>
              </a:solidFill>
              <a:latin typeface="Arial"/>
              <a:cs typeface="Arial" pitchFamily="34" charset="0"/>
            </a:endParaRPr>
          </a:p>
          <a:p>
            <a:pPr marL="285750" indent="-285750" defTabSz="1219170" latinLnBrk="1"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cs typeface="Arial" pitchFamily="34" charset="0"/>
              </a:rPr>
              <a:t>Create tables in the data warehouse as defined in the star schema</a:t>
            </a:r>
          </a:p>
          <a:p>
            <a:pPr marL="285750" indent="-285750" defTabSz="1219170" latinLnBrk="1">
              <a:buFont typeface="Arial" panose="020B0604020202020204" pitchFamily="34" charset="0"/>
              <a:buChar char="•"/>
            </a:pPr>
            <a:endParaRPr lang="en-US" altLang="ko-KR" sz="1600">
              <a:solidFill>
                <a:prstClr val="black">
                  <a:lumMod val="75000"/>
                  <a:lumOff val="25000"/>
                </a:prstClr>
              </a:solidFill>
              <a:latin typeface="Arial"/>
              <a:cs typeface="Arial" pitchFamily="34" charset="0"/>
            </a:endParaRPr>
          </a:p>
          <a:p>
            <a:pPr marL="285750" indent="-285750" defTabSz="1219170" latinLnBrk="1"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prstClr val="black">
                    <a:lumMod val="75000"/>
                    <a:lumOff val="25000"/>
                  </a:prstClr>
                </a:solidFill>
                <a:latin typeface="Arial"/>
                <a:cs typeface="Arial" pitchFamily="34" charset="0"/>
              </a:rPr>
              <a:t>Load data into the data warehouse: Connect to the PostgreSQL data warehouse using a Python library psycopg2. Then load data to the data warehouse in bronto.ewi.utwente.nl</a:t>
            </a:r>
          </a:p>
        </p:txBody>
      </p:sp>
    </p:spTree>
    <p:extLst>
      <p:ext uri="{BB962C8B-B14F-4D97-AF65-F5344CB8AC3E}">
        <p14:creationId xmlns:p14="http://schemas.microsoft.com/office/powerpoint/2010/main" val="4104726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Visualization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/>
              <a:t>Created using Python</a:t>
            </a:r>
          </a:p>
        </p:txBody>
      </p:sp>
    </p:spTree>
    <p:extLst>
      <p:ext uri="{BB962C8B-B14F-4D97-AF65-F5344CB8AC3E}">
        <p14:creationId xmlns:p14="http://schemas.microsoft.com/office/powerpoint/2010/main" val="3101234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ame 16"/>
          <p:cNvSpPr/>
          <p:nvPr/>
        </p:nvSpPr>
        <p:spPr>
          <a:xfrm>
            <a:off x="287355" y="236504"/>
            <a:ext cx="11617291" cy="6384992"/>
          </a:xfrm>
          <a:prstGeom prst="frame">
            <a:avLst>
              <a:gd name="adj1" fmla="val 89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869033" y="0"/>
            <a:ext cx="268829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20" name="Text Placeholder 1"/>
          <p:cNvSpPr txBox="1">
            <a:spLocks/>
          </p:cNvSpPr>
          <p:nvPr/>
        </p:nvSpPr>
        <p:spPr>
          <a:xfrm>
            <a:off x="8730491" y="1028403"/>
            <a:ext cx="2688299" cy="192054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ko-KR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 pitchFamily="34" charset="0"/>
              </a:rPr>
              <a:t>Financial Perspective</a:t>
            </a:r>
            <a:endParaRPr kumimoji="0" lang="ko-KR" altLang="en-US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Arial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15414" y="1409198"/>
            <a:ext cx="791507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Revenue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Revenue per customer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Rental price per movie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Revenue per category film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Popularity of films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What is the most feature concerned by the customer?</a:t>
            </a:r>
          </a:p>
        </p:txBody>
      </p:sp>
    </p:spTree>
    <p:extLst>
      <p:ext uri="{BB962C8B-B14F-4D97-AF65-F5344CB8AC3E}">
        <p14:creationId xmlns:p14="http://schemas.microsoft.com/office/powerpoint/2010/main" val="4059615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90A8D-2B83-9F17-8F07-8789D842A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75D26F-5E4B-5C7A-5115-88D810E0E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04914" cy="32043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74A7F43-3CAF-3F94-5115-0FDB1CF74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048" y="3251538"/>
            <a:ext cx="11171903" cy="336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619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B2369-B044-A31A-E3D2-74F46318C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9B97A5-68E2-552C-3526-37CEF2364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48" y="3561734"/>
            <a:ext cx="11720052" cy="3296265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6BCBB56-0EAF-29F1-500D-B87CBA2BC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91B70A4B-5C8D-B62C-DC23-A2593F5243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3812"/>
            <a:ext cx="12104914" cy="342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046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B2369-B044-A31A-E3D2-74F46318C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DF6720-BB3E-6FCF-B5C8-DC483EC91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04914" cy="3428999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E96D4A5-3909-C60A-C33B-B70DEAA1BB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3556000"/>
            <a:ext cx="12192000" cy="330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633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E8581-84BA-0493-DA35-8521C7DD0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C89BF-B064-EC4B-D7F3-66A6DE72E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3912A0-A11E-D397-3735-1FD1F8B12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480" y="553343"/>
            <a:ext cx="9377680" cy="562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81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ame 16"/>
          <p:cNvSpPr/>
          <p:nvPr/>
        </p:nvSpPr>
        <p:spPr>
          <a:xfrm>
            <a:off x="287355" y="236504"/>
            <a:ext cx="11617291" cy="6384992"/>
          </a:xfrm>
          <a:prstGeom prst="frame">
            <a:avLst>
              <a:gd name="adj1" fmla="val 89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869033" y="0"/>
            <a:ext cx="268829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20" name="Text Placeholder 1"/>
          <p:cNvSpPr txBox="1">
            <a:spLocks/>
          </p:cNvSpPr>
          <p:nvPr/>
        </p:nvSpPr>
        <p:spPr>
          <a:xfrm>
            <a:off x="8730491" y="1028403"/>
            <a:ext cx="2688299" cy="192054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 pitchFamily="34" charset="0"/>
              </a:rPr>
              <a:t>Customer Perspective</a:t>
            </a:r>
            <a:endParaRPr kumimoji="0" lang="ko-KR" altLang="en-US" sz="3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Arial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15414" y="1409198"/>
            <a:ext cx="79150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/>
              <a:t>Most valued Customer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/>
              <a:t>RFM (Recency, Frequency, Monetary) Analysis</a:t>
            </a:r>
          </a:p>
        </p:txBody>
      </p:sp>
    </p:spTree>
    <p:extLst>
      <p:ext uri="{BB962C8B-B14F-4D97-AF65-F5344CB8AC3E}">
        <p14:creationId xmlns:p14="http://schemas.microsoft.com/office/powerpoint/2010/main" val="1911468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AA586-206B-AB3B-A7C3-C76D2992E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6836D-1905-0C1F-C079-A65DCD8A3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7CB21B0-DEB2-3E31-D918-5C46B4ACF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9" y="1253331"/>
            <a:ext cx="11016342" cy="5158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7558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ame 16"/>
          <p:cNvSpPr/>
          <p:nvPr/>
        </p:nvSpPr>
        <p:spPr>
          <a:xfrm>
            <a:off x="287355" y="236504"/>
            <a:ext cx="11617291" cy="6384992"/>
          </a:xfrm>
          <a:prstGeom prst="frame">
            <a:avLst>
              <a:gd name="adj1" fmla="val 89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869033" y="0"/>
            <a:ext cx="268829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20" name="Text Placeholder 1"/>
          <p:cNvSpPr txBox="1">
            <a:spLocks/>
          </p:cNvSpPr>
          <p:nvPr/>
        </p:nvSpPr>
        <p:spPr>
          <a:xfrm>
            <a:off x="8730491" y="1028403"/>
            <a:ext cx="2940399" cy="192054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RFM </a:t>
            </a:r>
          </a:p>
          <a:p>
            <a:pPr marL="0" marR="0" lvl="0" indent="0" algn="ctr" defTabSz="121917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(Recency, Frequency,  Monetary) </a:t>
            </a:r>
          </a:p>
          <a:p>
            <a:pPr marL="0" marR="0" lvl="0" indent="0" algn="ctr" defTabSz="121917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Analysis</a:t>
            </a:r>
            <a:endParaRPr kumimoji="0" lang="ko-KR" altLang="en-US" sz="3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Arial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01A9AAA-EA13-FF07-1028-6405CB938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210" y="1355500"/>
            <a:ext cx="3814763" cy="18700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E4A2136-F635-B1AB-B382-FC7305CFB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210" y="3281138"/>
            <a:ext cx="3814763" cy="2651125"/>
          </a:xfrm>
          <a:prstGeom prst="rect">
            <a:avLst/>
          </a:prstGeom>
        </p:spPr>
      </p:pic>
      <p:pic>
        <p:nvPicPr>
          <p:cNvPr id="4" name="Content Placeholder 12">
            <a:extLst>
              <a:ext uri="{FF2B5EF4-FFF2-40B4-BE49-F238E27FC236}">
                <a16:creationId xmlns:a16="http://schemas.microsoft.com/office/drawing/2014/main" id="{C59605E2-41C8-B594-A988-BB498FA3D1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535" y="1355500"/>
            <a:ext cx="3316288" cy="21780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27BDAC-C13C-45A0-3559-9F71CC4924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3535" y="3589113"/>
            <a:ext cx="3316288" cy="23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9444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117D9D2A-6708-DBC8-222F-1B1352EEE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1136650"/>
            <a:ext cx="3814763" cy="18700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C75CC4-8701-6EB0-E579-7509BB0B0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3062288"/>
            <a:ext cx="3814763" cy="2651125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A964B454-8508-F3C3-3904-637D17F21E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7908925" y="1136650"/>
            <a:ext cx="3316288" cy="2178050"/>
          </a:xfr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598015A-4D7A-FDB0-3317-B4FBF36D17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8925" y="3370263"/>
            <a:ext cx="3316288" cy="23431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6DDDA6-2AB8-2DCE-BABA-502D4C31A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74625" cmpd="thinThick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RFM (Recency, Frequency, and Monetary) Analysis</a:t>
            </a:r>
          </a:p>
        </p:txBody>
      </p:sp>
    </p:spTree>
    <p:extLst>
      <p:ext uri="{BB962C8B-B14F-4D97-AF65-F5344CB8AC3E}">
        <p14:creationId xmlns:p14="http://schemas.microsoft.com/office/powerpoint/2010/main" val="29793787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A423052-D11A-816A-D84A-34BA5637FE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3355" y="375301"/>
            <a:ext cx="5840469" cy="2798022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689F0F-C870-D1EA-5514-36F86A843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87" y="3429000"/>
            <a:ext cx="10609007" cy="3310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3686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ame 16"/>
          <p:cNvSpPr/>
          <p:nvPr/>
        </p:nvSpPr>
        <p:spPr>
          <a:xfrm>
            <a:off x="287355" y="236504"/>
            <a:ext cx="11617291" cy="6384992"/>
          </a:xfrm>
          <a:prstGeom prst="frame">
            <a:avLst>
              <a:gd name="adj1" fmla="val 89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869033" y="0"/>
            <a:ext cx="268829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20" name="Text Placeholder 1"/>
          <p:cNvSpPr txBox="1">
            <a:spLocks/>
          </p:cNvSpPr>
          <p:nvPr/>
        </p:nvSpPr>
        <p:spPr>
          <a:xfrm>
            <a:off x="8730491" y="1028403"/>
            <a:ext cx="2784637" cy="192054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 pitchFamily="34" charset="0"/>
              </a:rPr>
              <a:t>R</a:t>
            </a:r>
          </a:p>
          <a:p>
            <a:pPr marL="0" marR="0" lvl="0" indent="0" algn="ctr" defTabSz="121917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sz="2000" b="1">
                <a:solidFill>
                  <a:prstClr val="white"/>
                </a:solidFill>
                <a:latin typeface="Arial"/>
                <a:cs typeface="Arial" pitchFamily="34" charset="0"/>
              </a:rPr>
              <a:t>E</a:t>
            </a:r>
          </a:p>
          <a:p>
            <a:pPr marL="0" marR="0" lvl="0" indent="0" algn="ctr" defTabSz="121917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 pitchFamily="34" charset="0"/>
              </a:rPr>
              <a:t>C</a:t>
            </a:r>
          </a:p>
          <a:p>
            <a:pPr marL="0" marR="0" lvl="0" indent="0" algn="ctr" defTabSz="121917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sz="2000" b="1">
                <a:solidFill>
                  <a:prstClr val="white"/>
                </a:solidFill>
                <a:latin typeface="Arial"/>
                <a:cs typeface="Arial" pitchFamily="34" charset="0"/>
              </a:rPr>
              <a:t>O</a:t>
            </a:r>
          </a:p>
          <a:p>
            <a:pPr marL="0" marR="0" lvl="0" indent="0" algn="ctr" defTabSz="121917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 pitchFamily="34" charset="0"/>
              </a:rPr>
              <a:t>M</a:t>
            </a:r>
          </a:p>
          <a:p>
            <a:pPr marL="0" marR="0" lvl="0" indent="0" algn="ctr" defTabSz="121917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sz="2000" b="1">
                <a:solidFill>
                  <a:prstClr val="white"/>
                </a:solidFill>
                <a:latin typeface="Arial"/>
                <a:cs typeface="Arial" pitchFamily="34" charset="0"/>
              </a:rPr>
              <a:t>M</a:t>
            </a:r>
          </a:p>
          <a:p>
            <a:pPr marL="0" marR="0" lvl="0" indent="0" algn="ctr" defTabSz="121917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 pitchFamily="34" charset="0"/>
              </a:rPr>
              <a:t>E</a:t>
            </a:r>
          </a:p>
          <a:p>
            <a:pPr marL="0" marR="0" lvl="0" indent="0" algn="ctr" defTabSz="121917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sz="2000" b="1">
                <a:solidFill>
                  <a:prstClr val="white"/>
                </a:solidFill>
                <a:latin typeface="Arial"/>
                <a:cs typeface="Arial" pitchFamily="34" charset="0"/>
              </a:rPr>
              <a:t>N</a:t>
            </a:r>
          </a:p>
          <a:p>
            <a:pPr marL="0" marR="0" lvl="0" indent="0" algn="ctr" defTabSz="121917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 pitchFamily="34" charset="0"/>
              </a:rPr>
              <a:t>D</a:t>
            </a:r>
          </a:p>
          <a:p>
            <a:pPr marL="0" marR="0" lvl="0" indent="0" algn="ctr" defTabSz="121917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sz="2000" b="1">
                <a:solidFill>
                  <a:prstClr val="white"/>
                </a:solidFill>
                <a:latin typeface="Arial"/>
                <a:cs typeface="Arial" pitchFamily="34" charset="0"/>
              </a:rPr>
              <a:t>A</a:t>
            </a:r>
          </a:p>
          <a:p>
            <a:pPr marL="0" marR="0" lvl="0" indent="0" algn="ctr" defTabSz="121917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 pitchFamily="34" charset="0"/>
              </a:rPr>
              <a:t>T</a:t>
            </a:r>
          </a:p>
          <a:p>
            <a:pPr marL="0" marR="0" lvl="0" indent="0" algn="ctr" defTabSz="121917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sz="2000" b="1">
                <a:solidFill>
                  <a:prstClr val="white"/>
                </a:solidFill>
                <a:latin typeface="Arial"/>
                <a:cs typeface="Arial" pitchFamily="34" charset="0"/>
              </a:rPr>
              <a:t>I</a:t>
            </a:r>
          </a:p>
          <a:p>
            <a:pPr marL="0" marR="0" lvl="0" indent="0" algn="ctr" defTabSz="121917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 pitchFamily="34" charset="0"/>
              </a:rPr>
              <a:t>O</a:t>
            </a:r>
            <a:endParaRPr lang="en-US" altLang="ko-KR" sz="2000" b="1">
              <a:solidFill>
                <a:prstClr val="white"/>
              </a:solidFill>
              <a:latin typeface="Arial"/>
              <a:cs typeface="Arial" pitchFamily="34" charset="0"/>
            </a:endParaRPr>
          </a:p>
          <a:p>
            <a:pPr marL="0" marR="0" lvl="0" indent="0" algn="ctr" defTabSz="121917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 pitchFamily="34" charset="0"/>
              </a:rPr>
              <a:t>N</a:t>
            </a:r>
          </a:p>
          <a:p>
            <a:pPr marL="0" marR="0" lvl="0" indent="0" algn="ctr" defTabSz="121917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ko-KR" altLang="en-US" sz="2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Arial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76872" y="920621"/>
            <a:ext cx="791507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2"/>
                </a:solidFill>
              </a:rPr>
              <a:t>Hibernating: </a:t>
            </a:r>
            <a:r>
              <a:rPr lang="en-US" sz="2000"/>
              <a:t>Rebranding value. Offer relevant products and give good offers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2"/>
                </a:solidFill>
              </a:rPr>
              <a:t>Champions: </a:t>
            </a:r>
            <a:r>
              <a:rPr lang="en-US" sz="2000"/>
              <a:t>Give Loyalty Rewards or give chance for them to try a new product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2"/>
                </a:solidFill>
              </a:rPr>
              <a:t>Loyal Customer: </a:t>
            </a:r>
            <a:r>
              <a:rPr lang="en-US" sz="2000"/>
              <a:t>Sell higher value products and ask for their review to know more about their experience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2"/>
                </a:solidFill>
              </a:rPr>
              <a:t>At Risk: </a:t>
            </a:r>
            <a:r>
              <a:rPr lang="en-US" sz="2000"/>
              <a:t>Send an email blast to reconnect to them and give a product recommendation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2"/>
                </a:solidFill>
              </a:rPr>
              <a:t>Potential Royalist: </a:t>
            </a:r>
            <a:r>
              <a:rPr lang="en-US" sz="2000"/>
              <a:t>Give product recommendations and loyalty rewards to engage them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2"/>
                </a:solidFill>
              </a:rPr>
              <a:t>Can’t Lose Them: </a:t>
            </a:r>
            <a:r>
              <a:rPr lang="en-US" sz="2000"/>
              <a:t>Give special offers to them to make them feel valuable again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2"/>
                </a:solidFill>
              </a:rPr>
              <a:t>Promising: </a:t>
            </a:r>
            <a:r>
              <a:rPr lang="en-US" sz="2000"/>
              <a:t>Make brand awareness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2"/>
                </a:solidFill>
              </a:rPr>
              <a:t>New Customer: </a:t>
            </a:r>
            <a:r>
              <a:rPr lang="en-US" sz="2000"/>
              <a:t>Start building relationships by providing a good experience</a:t>
            </a:r>
          </a:p>
          <a:p>
            <a:pPr algn="just"/>
            <a:endParaRPr lang="en-ID" sz="20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04412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ame 16"/>
          <p:cNvSpPr/>
          <p:nvPr/>
        </p:nvSpPr>
        <p:spPr>
          <a:xfrm>
            <a:off x="287355" y="236504"/>
            <a:ext cx="11617291" cy="6384992"/>
          </a:xfrm>
          <a:prstGeom prst="frame">
            <a:avLst>
              <a:gd name="adj1" fmla="val 89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869033" y="0"/>
            <a:ext cx="268829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20" name="Text Placeholder 1"/>
          <p:cNvSpPr txBox="1">
            <a:spLocks/>
          </p:cNvSpPr>
          <p:nvPr/>
        </p:nvSpPr>
        <p:spPr>
          <a:xfrm>
            <a:off x="8730491" y="1028403"/>
            <a:ext cx="2688299" cy="192054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 pitchFamily="34" charset="0"/>
              </a:rPr>
              <a:t>Internal Process Perspective</a:t>
            </a:r>
            <a:endParaRPr kumimoji="0" lang="ko-KR" altLang="en-US" sz="3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Arial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15414" y="1409198"/>
            <a:ext cx="791507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rPr>
              <a:t>Number of Inventory per store</a:t>
            </a: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rPr>
              <a:t>Total Revenue Per store</a:t>
            </a: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rPr>
              <a:t>Average duration rent per film compared to actual duration</a:t>
            </a: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rPr>
              <a:t>Duration of rent per film compare to film length </a:t>
            </a: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rPr>
              <a:t>Average duration rent per category film </a:t>
            </a:r>
          </a:p>
        </p:txBody>
      </p:sp>
    </p:spTree>
    <p:extLst>
      <p:ext uri="{BB962C8B-B14F-4D97-AF65-F5344CB8AC3E}">
        <p14:creationId xmlns:p14="http://schemas.microsoft.com/office/powerpoint/2010/main" val="5391815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AD782-A057-3066-DC35-17FD33A9D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133BB-2B2F-CAC6-BD5F-10BEC2A53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13BBC44-12A6-8FC8-6F5C-25AA5E57A206}"/>
              </a:ext>
            </a:extLst>
          </p:cNvPr>
          <p:cNvGrpSpPr/>
          <p:nvPr/>
        </p:nvGrpSpPr>
        <p:grpSpPr>
          <a:xfrm>
            <a:off x="777863" y="528411"/>
            <a:ext cx="5189952" cy="5301949"/>
            <a:chOff x="3266249" y="1749107"/>
            <a:chExt cx="3872762" cy="409880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6BFA796-E1F6-2750-C054-76AE91A90BB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1980" t="9936" r="36499" b="-9936"/>
            <a:stretch/>
          </p:blipFill>
          <p:spPr>
            <a:xfrm>
              <a:off x="3394326" y="1949092"/>
              <a:ext cx="3744685" cy="3898816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F4E34ED-FFBC-3A71-6364-AA1FEED7E8D3}"/>
                </a:ext>
              </a:extLst>
            </p:cNvPr>
            <p:cNvSpPr/>
            <p:nvPr/>
          </p:nvSpPr>
          <p:spPr>
            <a:xfrm>
              <a:off x="3266249" y="1749107"/>
              <a:ext cx="1938129" cy="28465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Number Stock Per Store</a:t>
              </a:r>
              <a:endParaRPr lang="en-ID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7B97984-089A-4525-1394-0CABB8B1593B}"/>
              </a:ext>
            </a:extLst>
          </p:cNvPr>
          <p:cNvGrpSpPr/>
          <p:nvPr/>
        </p:nvGrpSpPr>
        <p:grpSpPr>
          <a:xfrm>
            <a:off x="5912164" y="528411"/>
            <a:ext cx="5203371" cy="4759586"/>
            <a:chOff x="3733800" y="1499700"/>
            <a:chExt cx="4071257" cy="3858599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5754840-9CEC-D149-7310-E435940014A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0625" r="35982"/>
            <a:stretch/>
          </p:blipFill>
          <p:spPr>
            <a:xfrm>
              <a:off x="3733800" y="1499700"/>
              <a:ext cx="4071257" cy="3858599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46309F-5CBE-2623-BE93-7BCD827492B3}"/>
                </a:ext>
              </a:extLst>
            </p:cNvPr>
            <p:cNvSpPr/>
            <p:nvPr/>
          </p:nvSpPr>
          <p:spPr>
            <a:xfrm>
              <a:off x="3820885" y="1561909"/>
              <a:ext cx="2068286" cy="32316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Revenue Per Store</a:t>
              </a:r>
              <a:endParaRPr lang="en-ID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73309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50"/>
            <a:chOff x="-305" y="-1"/>
            <a:chExt cx="3832880" cy="287613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66B7A07-E2FC-40C4-FD1E-61323F8438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43303" y="1052652"/>
            <a:ext cx="2744311" cy="930275"/>
          </a:xfr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9"/>
            <a:ext cx="2151670" cy="1860256"/>
            <a:chOff x="-305" y="-4155"/>
            <a:chExt cx="2514948" cy="2174333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Content Placeholder 7" descr="Chart, bar chart&#10;&#10;Description automatically generated">
            <a:extLst>
              <a:ext uri="{FF2B5EF4-FFF2-40B4-BE49-F238E27FC236}">
                <a16:creationId xmlns:a16="http://schemas.microsoft.com/office/drawing/2014/main" id="{FE0EA368-62AD-264C-A441-41EC12FC91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946" y="2488124"/>
            <a:ext cx="10381473" cy="41774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5FD4FA-CA66-C50D-2446-F70C4BC689F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7704" b="76032"/>
          <a:stretch/>
        </p:blipFill>
        <p:spPr>
          <a:xfrm>
            <a:off x="8326162" y="2276029"/>
            <a:ext cx="2691896" cy="98719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DEF5A6D-28FF-8C31-876B-BA4ED68D0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946" y="1388885"/>
            <a:ext cx="7802545" cy="930275"/>
          </a:xfrm>
        </p:spPr>
        <p:txBody>
          <a:bodyPr>
            <a:normAutofit fontScale="90000"/>
          </a:bodyPr>
          <a:lstStyle/>
          <a:p>
            <a:r>
              <a:rPr lang="en-US"/>
              <a:t>Minimal Rental Duration : 3 days</a:t>
            </a:r>
            <a:br>
              <a:rPr lang="en-US"/>
            </a:br>
            <a:r>
              <a:rPr lang="en-US"/>
              <a:t>Maximum Rental Duration : 7 days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232936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ame 16"/>
          <p:cNvSpPr/>
          <p:nvPr/>
        </p:nvSpPr>
        <p:spPr>
          <a:xfrm>
            <a:off x="287355" y="236504"/>
            <a:ext cx="11617291" cy="6384992"/>
          </a:xfrm>
          <a:prstGeom prst="frame">
            <a:avLst>
              <a:gd name="adj1" fmla="val 89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869033" y="0"/>
            <a:ext cx="268829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20" name="Text Placeholder 1"/>
          <p:cNvSpPr txBox="1">
            <a:spLocks/>
          </p:cNvSpPr>
          <p:nvPr/>
        </p:nvSpPr>
        <p:spPr>
          <a:xfrm>
            <a:off x="8730491" y="1028403"/>
            <a:ext cx="2688299" cy="192054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 pitchFamily="34" charset="0"/>
              </a:rPr>
              <a:t>Innovation &amp; Growth Perspective</a:t>
            </a:r>
            <a:endParaRPr kumimoji="0" lang="ko-KR" altLang="en-US" sz="3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Arial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15414" y="1409198"/>
            <a:ext cx="791507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rPr>
              <a:t>Staff experience levels: A metric that measures the experience of employees.</a:t>
            </a: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rPr>
              <a:t>Rental return rates: A metric that measures the percentage of DVDs returned on time by customers.</a:t>
            </a:r>
          </a:p>
        </p:txBody>
      </p:sp>
    </p:spTree>
    <p:extLst>
      <p:ext uri="{BB962C8B-B14F-4D97-AF65-F5344CB8AC3E}">
        <p14:creationId xmlns:p14="http://schemas.microsoft.com/office/powerpoint/2010/main" val="36807427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30">
            <a:extLst>
              <a:ext uri="{FF2B5EF4-FFF2-40B4-BE49-F238E27FC236}">
                <a16:creationId xmlns:a16="http://schemas.microsoft.com/office/drawing/2014/main" id="{04695F26-39DB-450E-B464-9C76CD233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32">
            <a:extLst>
              <a:ext uri="{FF2B5EF4-FFF2-40B4-BE49-F238E27FC236}">
                <a16:creationId xmlns:a16="http://schemas.microsoft.com/office/drawing/2014/main" id="{2F42E55F-A297-474F-AF2D-6D3A15822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611" y="-1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C0E09A-DE80-532A-EF84-B67407D72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338328"/>
            <a:ext cx="5011473" cy="1773936"/>
          </a:xfrm>
        </p:spPr>
        <p:txBody>
          <a:bodyPr>
            <a:normAutofit/>
          </a:bodyPr>
          <a:lstStyle/>
          <a:p>
            <a:endParaRPr lang="en-ID" sz="3600">
              <a:solidFill>
                <a:schemeClr val="tx2"/>
              </a:solidFill>
            </a:endParaRPr>
          </a:p>
        </p:txBody>
      </p:sp>
      <p:grpSp>
        <p:nvGrpSpPr>
          <p:cNvPr id="49" name="Group 34">
            <a:extLst>
              <a:ext uri="{FF2B5EF4-FFF2-40B4-BE49-F238E27FC236}">
                <a16:creationId xmlns:a16="http://schemas.microsoft.com/office/drawing/2014/main" id="{972070F7-E065-4D60-8938-9FB8CDB8A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9920" y="170311"/>
            <a:ext cx="2514948" cy="2174333"/>
            <a:chOff x="-305" y="-4155"/>
            <a:chExt cx="2514948" cy="2174333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4F672C03-E63A-4F6B-96BD-0C4E3F1B8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9BB94CDF-5C33-4B0A-B53F-50762639C1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D3C92F9D-544D-4691-94A7-B937CF4BE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CA4DEE4-B7B4-47F4-A9C5-31AED8369A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Content Placeholder 10">
            <a:extLst>
              <a:ext uri="{FF2B5EF4-FFF2-40B4-BE49-F238E27FC236}">
                <a16:creationId xmlns:a16="http://schemas.microsoft.com/office/drawing/2014/main" id="{B2196A4C-5C4A-4A67-B65E-B0E560687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5641" y="338328"/>
            <a:ext cx="5029200" cy="1773936"/>
          </a:xfrm>
        </p:spPr>
        <p:txBody>
          <a:bodyPr anchor="ctr">
            <a:normAutofit/>
          </a:bodyPr>
          <a:lstStyle/>
          <a:p>
            <a:endParaRPr lang="en-US" sz="1800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83C1C7-D960-AD99-4B72-3BD58A85D4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2470" b="32085"/>
          <a:stretch/>
        </p:blipFill>
        <p:spPr>
          <a:xfrm>
            <a:off x="2038715" y="710104"/>
            <a:ext cx="3990060" cy="3207007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354C84-2ABF-FE21-80FE-D74A999690C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953" t="14813" r="39915" b="2077"/>
          <a:stretch/>
        </p:blipFill>
        <p:spPr>
          <a:xfrm>
            <a:off x="7069994" y="1480498"/>
            <a:ext cx="4762085" cy="4045817"/>
          </a:xfrm>
          <a:prstGeom prst="rect">
            <a:avLst/>
          </a:prstGeom>
        </p:spPr>
      </p:pic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6C8EBDEC-4E78-F62E-7B6E-E8946754E5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0441" y="4030128"/>
            <a:ext cx="3558848" cy="177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667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ame 16"/>
          <p:cNvSpPr/>
          <p:nvPr/>
        </p:nvSpPr>
        <p:spPr>
          <a:xfrm>
            <a:off x="287355" y="236504"/>
            <a:ext cx="11617291" cy="6384992"/>
          </a:xfrm>
          <a:prstGeom prst="frame">
            <a:avLst>
              <a:gd name="adj1" fmla="val 89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869033" y="0"/>
            <a:ext cx="268829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20" name="Text Placeholder 1"/>
          <p:cNvSpPr txBox="1">
            <a:spLocks/>
          </p:cNvSpPr>
          <p:nvPr/>
        </p:nvSpPr>
        <p:spPr>
          <a:xfrm>
            <a:off x="8730491" y="1028403"/>
            <a:ext cx="2688299" cy="192054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17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 pitchFamily="34" charset="0"/>
              </a:rPr>
              <a:t>Conclusion</a:t>
            </a:r>
            <a:endParaRPr kumimoji="0" lang="ko-KR" altLang="en-US" sz="3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Arial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15414" y="1399572"/>
            <a:ext cx="791507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>
                <a:solidFill>
                  <a:prstClr val="black"/>
                </a:solidFill>
                <a:latin typeface="Arial"/>
              </a:rPr>
              <a:t>The Pricing strategy can be adjusted to maximize the profit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2400">
              <a:solidFill>
                <a:prstClr val="black"/>
              </a:solidFill>
              <a:latin typeface="Arial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rPr>
              <a:t>Minimum rental duration can be changed to 4 days since the average rental duration is between 3 – 5 days </a:t>
            </a: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>
              <a:solidFill>
                <a:prstClr val="black"/>
              </a:solidFill>
              <a:latin typeface="Arial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+mn-cs"/>
              </a:rPr>
              <a:t>Do the recommendation to maintain good relations with customers</a:t>
            </a: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>
              <a:solidFill>
                <a:prstClr val="black"/>
              </a:solidFill>
              <a:latin typeface="Arial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53444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4748259"/>
            <a:ext cx="12192000" cy="768084"/>
          </a:xfrm>
        </p:spPr>
        <p:txBody>
          <a:bodyPr/>
          <a:lstStyle/>
          <a:p>
            <a:r>
              <a:rPr lang="en-US" altLang="ko-KR"/>
              <a:t>Thank you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-197" y="5496024"/>
            <a:ext cx="12192000" cy="384043"/>
          </a:xfrm>
        </p:spPr>
        <p:txBody>
          <a:bodyPr/>
          <a:lstStyle/>
          <a:p>
            <a:pPr lvl="0"/>
            <a:r>
              <a:rPr lang="en-US" altLang="ko-KR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61455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1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32AEB8"/>
      </a:accent1>
      <a:accent2>
        <a:srgbClr val="F2A40D"/>
      </a:accent2>
      <a:accent3>
        <a:srgbClr val="32AEB8"/>
      </a:accent3>
      <a:accent4>
        <a:srgbClr val="F2A40D"/>
      </a:accent4>
      <a:accent5>
        <a:srgbClr val="32AEB8"/>
      </a:accent5>
      <a:accent6>
        <a:srgbClr val="F2A40D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2AEB8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Cover and End Slide Master">
  <a:themeElements>
    <a:clrScheme name="ALLPPT-COLOR-A1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32AEB8"/>
      </a:accent1>
      <a:accent2>
        <a:srgbClr val="F2A40D"/>
      </a:accent2>
      <a:accent3>
        <a:srgbClr val="32AEB8"/>
      </a:accent3>
      <a:accent4>
        <a:srgbClr val="F2A40D"/>
      </a:accent4>
      <a:accent5>
        <a:srgbClr val="32AEB8"/>
      </a:accent5>
      <a:accent6>
        <a:srgbClr val="F2A40D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FFADC1E1A8EE43B4D44FF894FCF09D" ma:contentTypeVersion="2" ma:contentTypeDescription="Create a new document." ma:contentTypeScope="" ma:versionID="0f07b86b2d7885a4c9b6b7251832c3c5">
  <xsd:schema xmlns:xsd="http://www.w3.org/2001/XMLSchema" xmlns:xs="http://www.w3.org/2001/XMLSchema" xmlns:p="http://schemas.microsoft.com/office/2006/metadata/properties" xmlns:ns2="ebd0678e-1a96-4cc0-90de-857f85b93dc8" targetNamespace="http://schemas.microsoft.com/office/2006/metadata/properties" ma:root="true" ma:fieldsID="c3b471bd307a9d250c5a77dfabd25ce4" ns2:_="">
    <xsd:import namespace="ebd0678e-1a96-4cc0-90de-857f85b93dc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d0678e-1a96-4cc0-90de-857f85b93d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94B7C42-D3C8-4F5E-8FD7-D629A54DFDAE}">
  <ds:schemaRefs>
    <ds:schemaRef ds:uri="ebd0678e-1a96-4cc0-90de-857f85b93dc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B7B7350-AEAA-490E-9EE0-285B97CCEF2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28F4A7-BBE9-4E1D-9E4A-983B65C1EACE}">
  <ds:schemaRefs>
    <ds:schemaRef ds:uri="ebd0678e-1a96-4cc0-90de-857f85b93dc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25</Slides>
  <Notes>0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office theme</vt:lpstr>
      <vt:lpstr>Contents Slide Master</vt:lpstr>
      <vt:lpstr>Cover and End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RFM (Recency, Frequency, and Monetary) Analysis</vt:lpstr>
      <vt:lpstr>PowerPoint Presentation</vt:lpstr>
      <vt:lpstr>PowerPoint Presentation</vt:lpstr>
      <vt:lpstr>PowerPoint Presentation</vt:lpstr>
      <vt:lpstr>PowerPoint Presentation</vt:lpstr>
      <vt:lpstr>Minimal Rental Duration : 3 days Maximum Rental Duration : 7 days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1</cp:revision>
  <dcterms:created xsi:type="dcterms:W3CDTF">2013-07-15T20:26:40Z</dcterms:created>
  <dcterms:modified xsi:type="dcterms:W3CDTF">2023-02-05T11:53:18Z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0x010100DEFFADC1E1A8EE43B4D44FF894FCF09D</vt:lpwstr>
  </property>
</Properties>
</file>